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2.xml" ContentType="application/vnd.openxmlformats-officedocument.presentationml.notesSlide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notesSlides/notesSlide3.xml" ContentType="application/vnd.openxmlformats-officedocument.presentationml.notesSlide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notesSlides/notesSlide4.xml" ContentType="application/vnd.openxmlformats-officedocument.presentationml.notesSlide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notesSlides/notesSlide5.xml" ContentType="application/vnd.openxmlformats-officedocument.presentationml.notesSlide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notesSlides/notesSlide6.xml" ContentType="application/vnd.openxmlformats-officedocument.presentationml.notesSlide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notesSlides/notesSlide7.xml" ContentType="application/vnd.openxmlformats-officedocument.presentationml.notesSlide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notesSlides/notesSlide8.xml" ContentType="application/vnd.openxmlformats-officedocument.presentationml.notesSlide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notesSlides/notesSlide9.xml" ContentType="application/vnd.openxmlformats-officedocument.presentationml.notesSlide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ppt/notesSlides/notesSlide10.xml" ContentType="application/vnd.openxmlformats-officedocument.presentationml.notesSlide+xml"/>
  <Override PartName="/ppt/diagrams/data17.xml" ContentType="application/vnd.openxmlformats-officedocument.drawingml.diagramData+xml"/>
  <Override PartName="/ppt/diagrams/layout17.xml" ContentType="application/vnd.openxmlformats-officedocument.drawingml.diagramLayout+xml"/>
  <Override PartName="/ppt/diagrams/quickStyle17.xml" ContentType="application/vnd.openxmlformats-officedocument.drawingml.diagramStyle+xml"/>
  <Override PartName="/ppt/diagrams/colors17.xml" ContentType="application/vnd.openxmlformats-officedocument.drawingml.diagramColors+xml"/>
  <Override PartName="/ppt/diagrams/drawing17.xml" ContentType="application/vnd.ms-office.drawingml.diagramDrawing+xml"/>
  <Override PartName="/ppt/diagrams/data18.xml" ContentType="application/vnd.openxmlformats-officedocument.drawingml.diagramData+xml"/>
  <Override PartName="/ppt/diagrams/layout18.xml" ContentType="application/vnd.openxmlformats-officedocument.drawingml.diagramLayout+xml"/>
  <Override PartName="/ppt/diagrams/quickStyle18.xml" ContentType="application/vnd.openxmlformats-officedocument.drawingml.diagramStyle+xml"/>
  <Override PartName="/ppt/diagrams/colors18.xml" ContentType="application/vnd.openxmlformats-officedocument.drawingml.diagramColors+xml"/>
  <Override PartName="/ppt/diagrams/drawing18.xml" ContentType="application/vnd.ms-office.drawingml.diagramDrawing+xml"/>
  <Override PartName="/ppt/notesSlides/notesSlide11.xml" ContentType="application/vnd.openxmlformats-officedocument.presentationml.notesSlide+xml"/>
  <Override PartName="/ppt/diagrams/data19.xml" ContentType="application/vnd.openxmlformats-officedocument.drawingml.diagramData+xml"/>
  <Override PartName="/ppt/diagrams/layout19.xml" ContentType="application/vnd.openxmlformats-officedocument.drawingml.diagramLayout+xml"/>
  <Override PartName="/ppt/diagrams/quickStyle19.xml" ContentType="application/vnd.openxmlformats-officedocument.drawingml.diagramStyle+xml"/>
  <Override PartName="/ppt/diagrams/colors19.xml" ContentType="application/vnd.openxmlformats-officedocument.drawingml.diagramColors+xml"/>
  <Override PartName="/ppt/diagrams/drawing19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27"/>
  </p:notesMasterIdLst>
  <p:sldIdLst>
    <p:sldId id="256" r:id="rId2"/>
    <p:sldId id="257" r:id="rId3"/>
    <p:sldId id="258" r:id="rId4"/>
    <p:sldId id="259" r:id="rId5"/>
    <p:sldId id="260" r:id="rId6"/>
    <p:sldId id="280" r:id="rId7"/>
    <p:sldId id="281" r:id="rId8"/>
    <p:sldId id="282" r:id="rId9"/>
    <p:sldId id="274" r:id="rId10"/>
    <p:sldId id="262" r:id="rId11"/>
    <p:sldId id="278" r:id="rId12"/>
    <p:sldId id="279" r:id="rId13"/>
    <p:sldId id="261" r:id="rId14"/>
    <p:sldId id="265" r:id="rId15"/>
    <p:sldId id="266" r:id="rId16"/>
    <p:sldId id="268" r:id="rId17"/>
    <p:sldId id="267" r:id="rId18"/>
    <p:sldId id="269" r:id="rId19"/>
    <p:sldId id="283" r:id="rId20"/>
    <p:sldId id="284" r:id="rId21"/>
    <p:sldId id="270" r:id="rId22"/>
    <p:sldId id="271" r:id="rId23"/>
    <p:sldId id="272" r:id="rId24"/>
    <p:sldId id="275" r:id="rId25"/>
    <p:sldId id="273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BD9B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CBCCB88-579D-A271-74B6-D968B3E3539F}" v="3" dt="2026-04-10T06:53:54"/>
    <p1510:client id="{F2B7DBB6-2A53-EF36-45BF-FDA5D56ED1C0}" v="6" dt="2026-04-10T06:55:42.434"/>
  </p1510:revLst>
</p1510:revInfo>
</file>

<file path=ppt/tableStyles.xml><?xml version="1.0" encoding="utf-8"?>
<a:tblStyleLst xmlns:a="http://schemas.openxmlformats.org/drawingml/2006/main" def="{5C22544A-7EE6-4342-B048-85BDC9FD1C3A}"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2838BEF-8BB2-4498-84A7-C5851F593DF1}" styleName="Medium Style 4 - Accent 5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5"/>
              </a:solidFill>
            </a:ln>
          </a:top>
        </a:tcBdr>
        <a:fill>
          <a:solidFill>
            <a:schemeClr val="accent5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5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>
        <p:guide orient="horz" pos="2160"/>
        <p:guide pos="384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 VENKATA RAMI REDDY-[BL.EN.U4RAE23038]" userId="S::bl.en.u4rae23038@bl.students.amrita.edu::de216ca9-9d08-4ffb-b6ac-a6b0d10b9d96" providerId="AD" clId="Web-{F2B7DBB6-2A53-EF36-45BF-FDA5D56ED1C0}"/>
    <pc:docChg chg="modSld">
      <pc:chgData name="S VENKATA RAMI REDDY-[BL.EN.U4RAE23038]" userId="S::bl.en.u4rae23038@bl.students.amrita.edu::de216ca9-9d08-4ffb-b6ac-a6b0d10b9d96" providerId="AD" clId="Web-{F2B7DBB6-2A53-EF36-45BF-FDA5D56ED1C0}" dt="2026-04-10T06:55:42.434" v="32" actId="20577"/>
      <pc:docMkLst>
        <pc:docMk/>
      </pc:docMkLst>
      <pc:sldChg chg="modSp">
        <pc:chgData name="S VENKATA RAMI REDDY-[BL.EN.U4RAE23038]" userId="S::bl.en.u4rae23038@bl.students.amrita.edu::de216ca9-9d08-4ffb-b6ac-a6b0d10b9d96" providerId="AD" clId="Web-{F2B7DBB6-2A53-EF36-45BF-FDA5D56ED1C0}" dt="2026-04-10T06:55:42.434" v="32" actId="20577"/>
        <pc:sldMkLst>
          <pc:docMk/>
          <pc:sldMk cId="0" sldId="256"/>
        </pc:sldMkLst>
        <pc:spChg chg="mod">
          <ac:chgData name="S VENKATA RAMI REDDY-[BL.EN.U4RAE23038]" userId="S::bl.en.u4rae23038@bl.students.amrita.edu::de216ca9-9d08-4ffb-b6ac-a6b0d10b9d96" providerId="AD" clId="Web-{F2B7DBB6-2A53-EF36-45BF-FDA5D56ED1C0}" dt="2026-04-10T06:55:42.434" v="32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S VENKATA RAMI REDDY-[BL.EN.U4RAE23038]" userId="S::bl.en.u4rae23038@bl.students.amrita.edu::de216ca9-9d08-4ffb-b6ac-a6b0d10b9d96" providerId="AD" clId="Web-{F2B7DBB6-2A53-EF36-45BF-FDA5D56ED1C0}" dt="2026-04-10T06:55:23.871" v="26" actId="20577"/>
          <ac:spMkLst>
            <pc:docMk/>
            <pc:sldMk cId="0" sldId="256"/>
            <ac:spMk id="6" creationId="{1129F9E9-813B-440C-8359-F007E0C1D1E6}"/>
          </ac:spMkLst>
        </pc:spChg>
        <pc:graphicFrameChg chg="modGraphic">
          <ac:chgData name="S VENKATA RAMI REDDY-[BL.EN.U4RAE23038]" userId="S::bl.en.u4rae23038@bl.students.amrita.edu::de216ca9-9d08-4ffb-b6ac-a6b0d10b9d96" providerId="AD" clId="Web-{F2B7DBB6-2A53-EF36-45BF-FDA5D56ED1C0}" dt="2026-04-10T06:55:36.856" v="29" actId="20577"/>
          <ac:graphicFrameMkLst>
            <pc:docMk/>
            <pc:sldMk cId="0" sldId="256"/>
            <ac:graphicFrameMk id="8" creationId="{2993A5C6-2155-17EF-C554-D7CF7238AB9C}"/>
          </ac:graphicFrameMkLst>
        </pc:graphicFrameChg>
      </pc:sldChg>
    </pc:docChg>
  </pc:docChgLst>
  <pc:docChgLst>
    <pc:chgData name="Nihal Paleti-[BL.EN.U4RAE23029]" userId="S::bl.en.u4rae23029@bl.students.amrita.edu::a4ce387b-90ba-4a78-bc41-4b8ebef48e6e" providerId="AD" clId="Web-{7CBCCB88-579D-A271-74B6-D968B3E3539F}"/>
    <pc:docChg chg="modSld">
      <pc:chgData name="Nihal Paleti-[BL.EN.U4RAE23029]" userId="S::bl.en.u4rae23029@bl.students.amrita.edu::a4ce387b-90ba-4a78-bc41-4b8ebef48e6e" providerId="AD" clId="Web-{7CBCCB88-579D-A271-74B6-D968B3E3539F}" dt="2026-04-10T06:53:54" v="2" actId="20577"/>
      <pc:docMkLst>
        <pc:docMk/>
      </pc:docMkLst>
      <pc:sldChg chg="modSp">
        <pc:chgData name="Nihal Paleti-[BL.EN.U4RAE23029]" userId="S::bl.en.u4rae23029@bl.students.amrita.edu::a4ce387b-90ba-4a78-bc41-4b8ebef48e6e" providerId="AD" clId="Web-{7CBCCB88-579D-A271-74B6-D968B3E3539F}" dt="2026-04-10T06:53:54" v="2" actId="20577"/>
        <pc:sldMkLst>
          <pc:docMk/>
          <pc:sldMk cId="0" sldId="256"/>
        </pc:sldMkLst>
        <pc:spChg chg="mod">
          <ac:chgData name="Nihal Paleti-[BL.EN.U4RAE23029]" userId="S::bl.en.u4rae23029@bl.students.amrita.edu::a4ce387b-90ba-4a78-bc41-4b8ebef48e6e" providerId="AD" clId="Web-{7CBCCB88-579D-A271-74B6-D968B3E3539F}" dt="2026-04-10T06:53:54" v="2" actId="20577"/>
          <ac:spMkLst>
            <pc:docMk/>
            <pc:sldMk cId="0" sldId="256"/>
            <ac:spMk id="2" creationId="{00000000-0000-0000-0000-000000000000}"/>
          </ac:spMkLst>
        </pc:spChg>
      </pc:sldChg>
    </pc:docChg>
  </pc:docChgLst>
</pc:chgInfo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ata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_rels/data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_rels/data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/Relationships>
</file>

<file path=ppt/diagrams/_rels/data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image" Target="../media/image37.svg"/></Relationships>
</file>

<file path=ppt/diagrams/_rels/data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image" Target="../media/image42.svg"/></Relationships>
</file>

<file path=ppt/diagrams/_rels/data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image" Target="../media/image45.svg"/></Relationships>
</file>

<file path=ppt/diagrams/_rels/data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svg"/><Relationship Id="rId1" Type="http://schemas.openxmlformats.org/officeDocument/2006/relationships/image" Target="../media/image47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svg"/><Relationship Id="rId1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svg"/><Relationship Id="rId1" Type="http://schemas.openxmlformats.org/officeDocument/2006/relationships/image" Target="../media/image11.svg"/></Relationships>
</file>

<file path=ppt/diagrams/_rels/drawing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svg"/><Relationship Id="rId1" Type="http://schemas.openxmlformats.org/officeDocument/2006/relationships/image" Target="../media/image22.svg"/></Relationships>
</file>

<file path=ppt/diagrams/_rels/drawing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svg"/><Relationship Id="rId2" Type="http://schemas.openxmlformats.org/officeDocument/2006/relationships/image" Target="../media/image30.svg"/><Relationship Id="rId1" Type="http://schemas.openxmlformats.org/officeDocument/2006/relationships/image" Target="../media/image29.svg"/></Relationships>
</file>

<file path=ppt/diagrams/_rels/drawing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svg"/><Relationship Id="rId2" Type="http://schemas.openxmlformats.org/officeDocument/2006/relationships/image" Target="../media/image35.svg"/><Relationship Id="rId1" Type="http://schemas.openxmlformats.org/officeDocument/2006/relationships/image" Target="../media/image34.svg"/></Relationships>
</file>

<file path=ppt/diagrams/_rels/drawing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image" Target="../media/image37.svg"/></Relationships>
</file>

<file path=ppt/diagrams/_rels/drawing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3.svg"/><Relationship Id="rId1" Type="http://schemas.openxmlformats.org/officeDocument/2006/relationships/image" Target="../media/image42.svg"/></Relationships>
</file>

<file path=ppt/diagrams/_rels/drawing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svg"/><Relationship Id="rId1" Type="http://schemas.openxmlformats.org/officeDocument/2006/relationships/image" Target="../media/image45.svg"/></Relationships>
</file>

<file path=ppt/diagrams/_rels/drawing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svg"/><Relationship Id="rId1" Type="http://schemas.openxmlformats.org/officeDocument/2006/relationships/image" Target="../media/image4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9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402BC48-D206-4AE6-BE13-9CA806B8DDE2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B5256BED-BC26-4207-A28E-E33655874DAA}">
      <dgm:prSet custT="1"/>
      <dgm:spPr/>
      <dgm:t>
        <a:bodyPr/>
        <a:lstStyle/>
        <a:p>
          <a:r>
            <a:rPr lang="en-US" sz="3200">
              <a:latin typeface="Calibri"/>
            </a:rPr>
            <a:t>Project: Happy feet</a:t>
          </a:r>
          <a:endParaRPr lang="en-US" sz="3200"/>
        </a:p>
      </dgm:t>
    </dgm:pt>
    <dgm:pt modelId="{48066591-F65C-4667-BBC0-6790C40C63E2}" type="parTrans" cxnId="{EEF11D89-6604-4BA8-851D-BC3B78D34548}">
      <dgm:prSet/>
      <dgm:spPr/>
      <dgm:t>
        <a:bodyPr/>
        <a:lstStyle/>
        <a:p>
          <a:endParaRPr lang="en-US"/>
        </a:p>
      </dgm:t>
    </dgm:pt>
    <dgm:pt modelId="{DA78B3E3-DC23-4E53-B17B-C5BB3731BEFE}" type="sibTrans" cxnId="{EEF11D89-6604-4BA8-851D-BC3B78D34548}">
      <dgm:prSet/>
      <dgm:spPr/>
      <dgm:t>
        <a:bodyPr/>
        <a:lstStyle/>
        <a:p>
          <a:endParaRPr lang="en-US"/>
        </a:p>
      </dgm:t>
    </dgm:pt>
    <dgm:pt modelId="{F84DBA56-A83A-46A0-8A6A-2C94564FBBB1}">
      <dgm:prSet custT="1"/>
      <dgm:spPr/>
      <dgm:t>
        <a:bodyPr/>
        <a:lstStyle/>
        <a:p>
          <a:endParaRPr lang="en-US" sz="2400"/>
        </a:p>
      </dgm:t>
    </dgm:pt>
    <dgm:pt modelId="{824C3738-61DE-461D-9C9B-F3FE7C1C5B3F}" type="parTrans" cxnId="{7B881B69-2991-40B8-84BE-EF6924512B0F}">
      <dgm:prSet/>
      <dgm:spPr/>
      <dgm:t>
        <a:bodyPr/>
        <a:lstStyle/>
        <a:p>
          <a:endParaRPr lang="en-US"/>
        </a:p>
      </dgm:t>
    </dgm:pt>
    <dgm:pt modelId="{7167EA9A-5ECA-438E-9833-F6B444F3AC8E}" type="sibTrans" cxnId="{7B881B69-2991-40B8-84BE-EF6924512B0F}">
      <dgm:prSet/>
      <dgm:spPr/>
      <dgm:t>
        <a:bodyPr/>
        <a:lstStyle/>
        <a:p>
          <a:endParaRPr lang="en-US"/>
        </a:p>
      </dgm:t>
    </dgm:pt>
    <dgm:pt modelId="{A5206735-4AB2-4FA0-AA71-3E89991D8403}">
      <dgm:prSet custT="1"/>
      <dgm:spPr/>
      <dgm:t>
        <a:bodyPr/>
        <a:lstStyle/>
        <a:p>
          <a:r>
            <a:rPr lang="en-US" sz="2400"/>
            <a:t>A C Anirudh                     - RAE23003</a:t>
          </a:r>
        </a:p>
      </dgm:t>
    </dgm:pt>
    <dgm:pt modelId="{EE4C96EA-D2DD-400C-9295-37395CC4B075}" type="parTrans" cxnId="{89BAFF22-8B46-4672-9063-9BF127B71298}">
      <dgm:prSet/>
      <dgm:spPr/>
      <dgm:t>
        <a:bodyPr/>
        <a:lstStyle/>
        <a:p>
          <a:endParaRPr lang="en-US"/>
        </a:p>
      </dgm:t>
    </dgm:pt>
    <dgm:pt modelId="{D7A94C15-B061-4414-B5B3-2FA7762FE11E}" type="sibTrans" cxnId="{89BAFF22-8B46-4672-9063-9BF127B71298}">
      <dgm:prSet/>
      <dgm:spPr/>
      <dgm:t>
        <a:bodyPr/>
        <a:lstStyle/>
        <a:p>
          <a:endParaRPr lang="en-US"/>
        </a:p>
      </dgm:t>
    </dgm:pt>
    <dgm:pt modelId="{2D3E65B8-AE0E-465F-AA45-0A9D9FCB1BF6}">
      <dgm:prSet custT="1"/>
      <dgm:spPr/>
      <dgm:t>
        <a:bodyPr/>
        <a:lstStyle/>
        <a:p>
          <a:r>
            <a:rPr lang="en-US" sz="2400" dirty="0"/>
            <a:t>Nihal </a:t>
          </a:r>
          <a:r>
            <a:rPr lang="en-US" sz="2400" dirty="0" err="1"/>
            <a:t>Paleti</a:t>
          </a:r>
          <a:r>
            <a:rPr lang="en-US" sz="2400" dirty="0"/>
            <a:t>                      - RAE23029</a:t>
          </a:r>
        </a:p>
      </dgm:t>
    </dgm:pt>
    <dgm:pt modelId="{978265BA-2F5D-459F-8A36-92E0533E424B}" type="parTrans" cxnId="{F38E7D69-90DD-402B-A472-13B1BC834785}">
      <dgm:prSet/>
      <dgm:spPr/>
      <dgm:t>
        <a:bodyPr/>
        <a:lstStyle/>
        <a:p>
          <a:endParaRPr lang="en-US"/>
        </a:p>
      </dgm:t>
    </dgm:pt>
    <dgm:pt modelId="{A8136DF4-D67A-407A-A88B-AFA19C8F0712}" type="sibTrans" cxnId="{F38E7D69-90DD-402B-A472-13B1BC834785}">
      <dgm:prSet/>
      <dgm:spPr/>
      <dgm:t>
        <a:bodyPr/>
        <a:lstStyle/>
        <a:p>
          <a:endParaRPr lang="en-US"/>
        </a:p>
      </dgm:t>
    </dgm:pt>
    <dgm:pt modelId="{7FCAFE6C-CA60-43A1-B5BC-BB0402F8DEAB}">
      <dgm:prSet custT="1"/>
      <dgm:spPr/>
      <dgm:t>
        <a:bodyPr/>
        <a:lstStyle/>
        <a:p>
          <a:r>
            <a:rPr lang="en-US" sz="2400"/>
            <a:t>S Venkata Rami Reddy  - RAE23038</a:t>
          </a:r>
        </a:p>
      </dgm:t>
    </dgm:pt>
    <dgm:pt modelId="{457F1659-6AEC-44CF-BEE9-AD37FD00B594}" type="parTrans" cxnId="{692C8AC9-E9EE-4197-8509-D88952EA5B2B}">
      <dgm:prSet/>
      <dgm:spPr/>
      <dgm:t>
        <a:bodyPr/>
        <a:lstStyle/>
        <a:p>
          <a:endParaRPr lang="en-US"/>
        </a:p>
      </dgm:t>
    </dgm:pt>
    <dgm:pt modelId="{76C2CAB3-5CFC-4EA3-A8D1-A9C8387C0236}" type="sibTrans" cxnId="{692C8AC9-E9EE-4197-8509-D88952EA5B2B}">
      <dgm:prSet/>
      <dgm:spPr/>
      <dgm:t>
        <a:bodyPr/>
        <a:lstStyle/>
        <a:p>
          <a:endParaRPr lang="en-US"/>
        </a:p>
      </dgm:t>
    </dgm:pt>
    <dgm:pt modelId="{E87A94F6-9FD4-4188-9150-CB7EB0ADB35F}" type="pres">
      <dgm:prSet presAssocID="{D402BC48-D206-4AE6-BE13-9CA806B8DDE2}" presName="linear" presStyleCnt="0">
        <dgm:presLayoutVars>
          <dgm:animLvl val="lvl"/>
          <dgm:resizeHandles val="exact"/>
        </dgm:presLayoutVars>
      </dgm:prSet>
      <dgm:spPr/>
    </dgm:pt>
    <dgm:pt modelId="{A39DF643-D930-4EDF-8DD0-24FDB5847FE4}" type="pres">
      <dgm:prSet presAssocID="{B5256BED-BC26-4207-A28E-E33655874DAA}" presName="parentText" presStyleLbl="node1" presStyleIdx="0" presStyleCnt="1">
        <dgm:presLayoutVars>
          <dgm:chMax val="0"/>
          <dgm:bulletEnabled val="1"/>
        </dgm:presLayoutVars>
      </dgm:prSet>
      <dgm:spPr/>
    </dgm:pt>
    <dgm:pt modelId="{8F8911D6-F8DB-4E00-86E0-2B8E8948D612}" type="pres">
      <dgm:prSet presAssocID="{B5256BED-BC26-4207-A28E-E33655874DAA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9C4A8312-3930-43FB-8C9D-0CDCE01114EC}" type="presOf" srcId="{B5256BED-BC26-4207-A28E-E33655874DAA}" destId="{A39DF643-D930-4EDF-8DD0-24FDB5847FE4}" srcOrd="0" destOrd="0" presId="urn:microsoft.com/office/officeart/2005/8/layout/vList2"/>
    <dgm:cxn modelId="{89BAFF22-8B46-4672-9063-9BF127B71298}" srcId="{B5256BED-BC26-4207-A28E-E33655874DAA}" destId="{A5206735-4AB2-4FA0-AA71-3E89991D8403}" srcOrd="2" destOrd="0" parTransId="{EE4C96EA-D2DD-400C-9295-37395CC4B075}" sibTransId="{D7A94C15-B061-4414-B5B3-2FA7762FE11E}"/>
    <dgm:cxn modelId="{7878D732-A866-44AC-82F1-9802F27595AF}" type="presOf" srcId="{7FCAFE6C-CA60-43A1-B5BC-BB0402F8DEAB}" destId="{8F8911D6-F8DB-4E00-86E0-2B8E8948D612}" srcOrd="0" destOrd="1" presId="urn:microsoft.com/office/officeart/2005/8/layout/vList2"/>
    <dgm:cxn modelId="{F481893D-BAF4-4A23-B51C-CE73BF3A3CDF}" type="presOf" srcId="{2D3E65B8-AE0E-465F-AA45-0A9D9FCB1BF6}" destId="{8F8911D6-F8DB-4E00-86E0-2B8E8948D612}" srcOrd="0" destOrd="3" presId="urn:microsoft.com/office/officeart/2005/8/layout/vList2"/>
    <dgm:cxn modelId="{7B881B69-2991-40B8-84BE-EF6924512B0F}" srcId="{B5256BED-BC26-4207-A28E-E33655874DAA}" destId="{F84DBA56-A83A-46A0-8A6A-2C94564FBBB1}" srcOrd="0" destOrd="0" parTransId="{824C3738-61DE-461D-9C9B-F3FE7C1C5B3F}" sibTransId="{7167EA9A-5ECA-438E-9833-F6B444F3AC8E}"/>
    <dgm:cxn modelId="{F38E7D69-90DD-402B-A472-13B1BC834785}" srcId="{B5256BED-BC26-4207-A28E-E33655874DAA}" destId="{2D3E65B8-AE0E-465F-AA45-0A9D9FCB1BF6}" srcOrd="3" destOrd="0" parTransId="{978265BA-2F5D-459F-8A36-92E0533E424B}" sibTransId="{A8136DF4-D67A-407A-A88B-AFA19C8F0712}"/>
    <dgm:cxn modelId="{5575444D-7046-4E38-A4EF-CF54071F0835}" type="presOf" srcId="{F84DBA56-A83A-46A0-8A6A-2C94564FBBB1}" destId="{8F8911D6-F8DB-4E00-86E0-2B8E8948D612}" srcOrd="0" destOrd="0" presId="urn:microsoft.com/office/officeart/2005/8/layout/vList2"/>
    <dgm:cxn modelId="{68C7C46D-D53F-4A98-A0B8-EC597D91044A}" type="presOf" srcId="{A5206735-4AB2-4FA0-AA71-3E89991D8403}" destId="{8F8911D6-F8DB-4E00-86E0-2B8E8948D612}" srcOrd="0" destOrd="2" presId="urn:microsoft.com/office/officeart/2005/8/layout/vList2"/>
    <dgm:cxn modelId="{EEF11D89-6604-4BA8-851D-BC3B78D34548}" srcId="{D402BC48-D206-4AE6-BE13-9CA806B8DDE2}" destId="{B5256BED-BC26-4207-A28E-E33655874DAA}" srcOrd="0" destOrd="0" parTransId="{48066591-F65C-4667-BBC0-6790C40C63E2}" sibTransId="{DA78B3E3-DC23-4E53-B17B-C5BB3731BEFE}"/>
    <dgm:cxn modelId="{E1BA6DBB-4A45-4B8D-9B34-3CD4F2240BE7}" type="presOf" srcId="{D402BC48-D206-4AE6-BE13-9CA806B8DDE2}" destId="{E87A94F6-9FD4-4188-9150-CB7EB0ADB35F}" srcOrd="0" destOrd="0" presId="urn:microsoft.com/office/officeart/2005/8/layout/vList2"/>
    <dgm:cxn modelId="{692C8AC9-E9EE-4197-8509-D88952EA5B2B}" srcId="{B5256BED-BC26-4207-A28E-E33655874DAA}" destId="{7FCAFE6C-CA60-43A1-B5BC-BB0402F8DEAB}" srcOrd="1" destOrd="0" parTransId="{457F1659-6AEC-44CF-BEE9-AD37FD00B594}" sibTransId="{76C2CAB3-5CFC-4EA3-A8D1-A9C8387C0236}"/>
    <dgm:cxn modelId="{11F80699-7A9A-4D7A-9CD0-52D32A5D76B4}" type="presParOf" srcId="{E87A94F6-9FD4-4188-9150-CB7EB0ADB35F}" destId="{A39DF643-D930-4EDF-8DD0-24FDB5847FE4}" srcOrd="0" destOrd="0" presId="urn:microsoft.com/office/officeart/2005/8/layout/vList2"/>
    <dgm:cxn modelId="{ABD2E15C-1E23-45BA-85F9-3EAC388242EA}" type="presParOf" srcId="{E87A94F6-9FD4-4188-9150-CB7EB0ADB35F}" destId="{8F8911D6-F8DB-4E00-86E0-2B8E8948D612}" srcOrd="1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F9DC29A-6794-4DD3-8F65-E0FF1232626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EE200047-6D07-4663-B09B-3FF57CD7BDDC}">
      <dgm:prSet/>
      <dgm:spPr/>
      <dgm:t>
        <a:bodyPr/>
        <a:lstStyle/>
        <a:p>
          <a:r>
            <a:rPr lang="en-US"/>
            <a:t>• Inefficient and Over-engineered Humanoids for Home-Assistance</a:t>
          </a:r>
        </a:p>
      </dgm:t>
    </dgm:pt>
    <dgm:pt modelId="{E5401D41-1957-4A62-8E01-C6E08E27BB94}" type="parTrans" cxnId="{ABABCFCF-D1D9-4050-9785-77A687808A20}">
      <dgm:prSet/>
      <dgm:spPr/>
      <dgm:t>
        <a:bodyPr/>
        <a:lstStyle/>
        <a:p>
          <a:endParaRPr lang="en-US"/>
        </a:p>
      </dgm:t>
    </dgm:pt>
    <dgm:pt modelId="{E78F7C07-F934-459C-96DA-F9FB14BFEF13}" type="sibTrans" cxnId="{ABABCFCF-D1D9-4050-9785-77A687808A20}">
      <dgm:prSet/>
      <dgm:spPr/>
      <dgm:t>
        <a:bodyPr/>
        <a:lstStyle/>
        <a:p>
          <a:endParaRPr lang="en-US"/>
        </a:p>
      </dgm:t>
    </dgm:pt>
    <dgm:pt modelId="{668A4FF4-3C2A-4801-B9F2-0B6898231708}">
      <dgm:prSet/>
      <dgm:spPr/>
      <dgm:t>
        <a:bodyPr/>
        <a:lstStyle/>
        <a:p>
          <a:r>
            <a:rPr lang="en-US"/>
            <a:t>• The gap between research and implementation of Robots in daily life is still large</a:t>
          </a:r>
        </a:p>
      </dgm:t>
    </dgm:pt>
    <dgm:pt modelId="{B46C04B8-582F-4BD5-A9B8-658EDC3E49C0}" type="parTrans" cxnId="{8F5E8EFE-6CF5-42CE-BBE7-F38D00DBCB11}">
      <dgm:prSet/>
      <dgm:spPr/>
      <dgm:t>
        <a:bodyPr/>
        <a:lstStyle/>
        <a:p>
          <a:endParaRPr lang="en-US"/>
        </a:p>
      </dgm:t>
    </dgm:pt>
    <dgm:pt modelId="{6322D480-5D25-49B0-A70B-2CD41BD7F3FA}" type="sibTrans" cxnId="{8F5E8EFE-6CF5-42CE-BBE7-F38D00DBCB11}">
      <dgm:prSet/>
      <dgm:spPr/>
      <dgm:t>
        <a:bodyPr/>
        <a:lstStyle/>
        <a:p>
          <a:endParaRPr lang="en-US"/>
        </a:p>
      </dgm:t>
    </dgm:pt>
    <dgm:pt modelId="{4977BE20-374E-4460-8DFA-2322A3CA1CCB}">
      <dgm:prSet/>
      <dgm:spPr/>
      <dgm:t>
        <a:bodyPr/>
        <a:lstStyle/>
        <a:p>
          <a:pPr rtl="0"/>
          <a:r>
            <a:rPr lang="en-US"/>
            <a:t>• Limited application of HRI and IoT tuned for Elders at home</a:t>
          </a:r>
        </a:p>
      </dgm:t>
    </dgm:pt>
    <dgm:pt modelId="{87672DDA-CDF3-4A77-B53B-F81B3E1EC896}" type="parTrans" cxnId="{640AA316-7B5D-4C7B-A7A4-AA8CBDC43BA0}">
      <dgm:prSet/>
      <dgm:spPr/>
      <dgm:t>
        <a:bodyPr/>
        <a:lstStyle/>
        <a:p>
          <a:endParaRPr lang="en-US"/>
        </a:p>
      </dgm:t>
    </dgm:pt>
    <dgm:pt modelId="{0E2CD9E4-7C20-4619-ACEE-51BDB4DE31E3}" type="sibTrans" cxnId="{640AA316-7B5D-4C7B-A7A4-AA8CBDC43BA0}">
      <dgm:prSet/>
      <dgm:spPr/>
      <dgm:t>
        <a:bodyPr/>
        <a:lstStyle/>
        <a:p>
          <a:endParaRPr lang="en-US"/>
        </a:p>
      </dgm:t>
    </dgm:pt>
    <dgm:pt modelId="{644B7556-B940-4398-8F2B-1EE7B135846B}" type="pres">
      <dgm:prSet presAssocID="{AF9DC29A-6794-4DD3-8F65-E0FF12326260}" presName="outerComposite" presStyleCnt="0">
        <dgm:presLayoutVars>
          <dgm:chMax val="5"/>
          <dgm:dir/>
          <dgm:resizeHandles val="exact"/>
        </dgm:presLayoutVars>
      </dgm:prSet>
      <dgm:spPr/>
    </dgm:pt>
    <dgm:pt modelId="{22414FA7-F784-4682-BC33-7407E4EB1ED8}" type="pres">
      <dgm:prSet presAssocID="{AF9DC29A-6794-4DD3-8F65-E0FF12326260}" presName="dummyMaxCanvas" presStyleCnt="0">
        <dgm:presLayoutVars/>
      </dgm:prSet>
      <dgm:spPr/>
    </dgm:pt>
    <dgm:pt modelId="{EA44A0C7-57C6-4AA8-94B0-77BA08C25157}" type="pres">
      <dgm:prSet presAssocID="{AF9DC29A-6794-4DD3-8F65-E0FF12326260}" presName="ThreeNodes_1" presStyleLbl="node1" presStyleIdx="0" presStyleCnt="3">
        <dgm:presLayoutVars>
          <dgm:bulletEnabled val="1"/>
        </dgm:presLayoutVars>
      </dgm:prSet>
      <dgm:spPr/>
    </dgm:pt>
    <dgm:pt modelId="{411D37FF-D103-4DC5-921D-7BDF8D7FB504}" type="pres">
      <dgm:prSet presAssocID="{AF9DC29A-6794-4DD3-8F65-E0FF12326260}" presName="ThreeNodes_2" presStyleLbl="node1" presStyleIdx="1" presStyleCnt="3">
        <dgm:presLayoutVars>
          <dgm:bulletEnabled val="1"/>
        </dgm:presLayoutVars>
      </dgm:prSet>
      <dgm:spPr/>
    </dgm:pt>
    <dgm:pt modelId="{7AE755F0-0CCD-4E12-A28B-D01B60592843}" type="pres">
      <dgm:prSet presAssocID="{AF9DC29A-6794-4DD3-8F65-E0FF12326260}" presName="ThreeNodes_3" presStyleLbl="node1" presStyleIdx="2" presStyleCnt="3">
        <dgm:presLayoutVars>
          <dgm:bulletEnabled val="1"/>
        </dgm:presLayoutVars>
      </dgm:prSet>
      <dgm:spPr/>
    </dgm:pt>
    <dgm:pt modelId="{897E794D-413E-4C76-9282-DE2C6B1895D7}" type="pres">
      <dgm:prSet presAssocID="{AF9DC29A-6794-4DD3-8F65-E0FF12326260}" presName="ThreeConn_1-2" presStyleLbl="fgAccFollowNode1" presStyleIdx="0" presStyleCnt="2">
        <dgm:presLayoutVars>
          <dgm:bulletEnabled val="1"/>
        </dgm:presLayoutVars>
      </dgm:prSet>
      <dgm:spPr/>
    </dgm:pt>
    <dgm:pt modelId="{4B0AF81C-CD83-4A33-8DC0-00BE987B9C47}" type="pres">
      <dgm:prSet presAssocID="{AF9DC29A-6794-4DD3-8F65-E0FF12326260}" presName="ThreeConn_2-3" presStyleLbl="fgAccFollowNode1" presStyleIdx="1" presStyleCnt="2">
        <dgm:presLayoutVars>
          <dgm:bulletEnabled val="1"/>
        </dgm:presLayoutVars>
      </dgm:prSet>
      <dgm:spPr/>
    </dgm:pt>
    <dgm:pt modelId="{BC5495C8-3322-470C-A251-7FD37C315E60}" type="pres">
      <dgm:prSet presAssocID="{AF9DC29A-6794-4DD3-8F65-E0FF12326260}" presName="ThreeNodes_1_text" presStyleLbl="node1" presStyleIdx="2" presStyleCnt="3">
        <dgm:presLayoutVars>
          <dgm:bulletEnabled val="1"/>
        </dgm:presLayoutVars>
      </dgm:prSet>
      <dgm:spPr/>
    </dgm:pt>
    <dgm:pt modelId="{C5209DF5-CB70-475E-9C8D-17E593C456BD}" type="pres">
      <dgm:prSet presAssocID="{AF9DC29A-6794-4DD3-8F65-E0FF12326260}" presName="ThreeNodes_2_text" presStyleLbl="node1" presStyleIdx="2" presStyleCnt="3">
        <dgm:presLayoutVars>
          <dgm:bulletEnabled val="1"/>
        </dgm:presLayoutVars>
      </dgm:prSet>
      <dgm:spPr/>
    </dgm:pt>
    <dgm:pt modelId="{2B081D4A-A8F6-4F82-AC41-80C1DFA7E80F}" type="pres">
      <dgm:prSet presAssocID="{AF9DC29A-6794-4DD3-8F65-E0FF12326260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640AA316-7B5D-4C7B-A7A4-AA8CBDC43BA0}" srcId="{AF9DC29A-6794-4DD3-8F65-E0FF12326260}" destId="{4977BE20-374E-4460-8DFA-2322A3CA1CCB}" srcOrd="2" destOrd="0" parTransId="{87672DDA-CDF3-4A77-B53B-F81B3E1EC896}" sibTransId="{0E2CD9E4-7C20-4619-ACEE-51BDB4DE31E3}"/>
    <dgm:cxn modelId="{84624321-8A14-449D-B052-DFECE2FF4858}" type="presOf" srcId="{E78F7C07-F934-459C-96DA-F9FB14BFEF13}" destId="{897E794D-413E-4C76-9282-DE2C6B1895D7}" srcOrd="0" destOrd="0" presId="urn:microsoft.com/office/officeart/2005/8/layout/vProcess5"/>
    <dgm:cxn modelId="{D2C0DB22-B7FF-4089-B2C2-6FBFFA2AA751}" type="presOf" srcId="{6322D480-5D25-49B0-A70B-2CD41BD7F3FA}" destId="{4B0AF81C-CD83-4A33-8DC0-00BE987B9C47}" srcOrd="0" destOrd="0" presId="urn:microsoft.com/office/officeart/2005/8/layout/vProcess5"/>
    <dgm:cxn modelId="{60950232-DAC8-46F9-A91D-CE3CB462BA08}" type="presOf" srcId="{4977BE20-374E-4460-8DFA-2322A3CA1CCB}" destId="{7AE755F0-0CCD-4E12-A28B-D01B60592843}" srcOrd="0" destOrd="0" presId="urn:microsoft.com/office/officeart/2005/8/layout/vProcess5"/>
    <dgm:cxn modelId="{93F09E32-C25C-4C7B-BCC2-DB414110D141}" type="presOf" srcId="{4977BE20-374E-4460-8DFA-2322A3CA1CCB}" destId="{2B081D4A-A8F6-4F82-AC41-80C1DFA7E80F}" srcOrd="1" destOrd="0" presId="urn:microsoft.com/office/officeart/2005/8/layout/vProcess5"/>
    <dgm:cxn modelId="{E41A7833-DBFF-4FAA-A4E2-B97E3448D4F6}" type="presOf" srcId="{668A4FF4-3C2A-4801-B9F2-0B6898231708}" destId="{411D37FF-D103-4DC5-921D-7BDF8D7FB504}" srcOrd="0" destOrd="0" presId="urn:microsoft.com/office/officeart/2005/8/layout/vProcess5"/>
    <dgm:cxn modelId="{987B8747-CBB1-4AFF-934A-597E35971B60}" type="presOf" srcId="{EE200047-6D07-4663-B09B-3FF57CD7BDDC}" destId="{EA44A0C7-57C6-4AA8-94B0-77BA08C25157}" srcOrd="0" destOrd="0" presId="urn:microsoft.com/office/officeart/2005/8/layout/vProcess5"/>
    <dgm:cxn modelId="{FF6F7A6A-2C6C-463F-9015-4B248F46292F}" type="presOf" srcId="{668A4FF4-3C2A-4801-B9F2-0B6898231708}" destId="{C5209DF5-CB70-475E-9C8D-17E593C456BD}" srcOrd="1" destOrd="0" presId="urn:microsoft.com/office/officeart/2005/8/layout/vProcess5"/>
    <dgm:cxn modelId="{0A116F73-2BA2-4B71-AC42-361EC6C9F774}" type="presOf" srcId="{AF9DC29A-6794-4DD3-8F65-E0FF12326260}" destId="{644B7556-B940-4398-8F2B-1EE7B135846B}" srcOrd="0" destOrd="0" presId="urn:microsoft.com/office/officeart/2005/8/layout/vProcess5"/>
    <dgm:cxn modelId="{DF7CD28B-2D8A-44B9-8233-7168AEC94F7E}" type="presOf" srcId="{EE200047-6D07-4663-B09B-3FF57CD7BDDC}" destId="{BC5495C8-3322-470C-A251-7FD37C315E60}" srcOrd="1" destOrd="0" presId="urn:microsoft.com/office/officeart/2005/8/layout/vProcess5"/>
    <dgm:cxn modelId="{ABABCFCF-D1D9-4050-9785-77A687808A20}" srcId="{AF9DC29A-6794-4DD3-8F65-E0FF12326260}" destId="{EE200047-6D07-4663-B09B-3FF57CD7BDDC}" srcOrd="0" destOrd="0" parTransId="{E5401D41-1957-4A62-8E01-C6E08E27BB94}" sibTransId="{E78F7C07-F934-459C-96DA-F9FB14BFEF13}"/>
    <dgm:cxn modelId="{8F5E8EFE-6CF5-42CE-BBE7-F38D00DBCB11}" srcId="{AF9DC29A-6794-4DD3-8F65-E0FF12326260}" destId="{668A4FF4-3C2A-4801-B9F2-0B6898231708}" srcOrd="1" destOrd="0" parTransId="{B46C04B8-582F-4BD5-A9B8-658EDC3E49C0}" sibTransId="{6322D480-5D25-49B0-A70B-2CD41BD7F3FA}"/>
    <dgm:cxn modelId="{9EB5092B-A8C9-4F0D-A413-E15E424B2ABF}" type="presParOf" srcId="{644B7556-B940-4398-8F2B-1EE7B135846B}" destId="{22414FA7-F784-4682-BC33-7407E4EB1ED8}" srcOrd="0" destOrd="0" presId="urn:microsoft.com/office/officeart/2005/8/layout/vProcess5"/>
    <dgm:cxn modelId="{980F9D30-E6D0-4104-B81E-F31A9FBFE3B2}" type="presParOf" srcId="{644B7556-B940-4398-8F2B-1EE7B135846B}" destId="{EA44A0C7-57C6-4AA8-94B0-77BA08C25157}" srcOrd="1" destOrd="0" presId="urn:microsoft.com/office/officeart/2005/8/layout/vProcess5"/>
    <dgm:cxn modelId="{65B96AAA-752E-4B4A-AABD-54CBA00C52B6}" type="presParOf" srcId="{644B7556-B940-4398-8F2B-1EE7B135846B}" destId="{411D37FF-D103-4DC5-921D-7BDF8D7FB504}" srcOrd="2" destOrd="0" presId="urn:microsoft.com/office/officeart/2005/8/layout/vProcess5"/>
    <dgm:cxn modelId="{9D157504-B3E1-41EB-AB21-1F761C0BD718}" type="presParOf" srcId="{644B7556-B940-4398-8F2B-1EE7B135846B}" destId="{7AE755F0-0CCD-4E12-A28B-D01B60592843}" srcOrd="3" destOrd="0" presId="urn:microsoft.com/office/officeart/2005/8/layout/vProcess5"/>
    <dgm:cxn modelId="{E88A9BE0-4630-4FAB-A6D0-57BB99ED2C62}" type="presParOf" srcId="{644B7556-B940-4398-8F2B-1EE7B135846B}" destId="{897E794D-413E-4C76-9282-DE2C6B1895D7}" srcOrd="4" destOrd="0" presId="urn:microsoft.com/office/officeart/2005/8/layout/vProcess5"/>
    <dgm:cxn modelId="{43C71C38-FB3E-4800-9521-14D69AADA833}" type="presParOf" srcId="{644B7556-B940-4398-8F2B-1EE7B135846B}" destId="{4B0AF81C-CD83-4A33-8DC0-00BE987B9C47}" srcOrd="5" destOrd="0" presId="urn:microsoft.com/office/officeart/2005/8/layout/vProcess5"/>
    <dgm:cxn modelId="{FCCCC30B-9A0E-4480-8B50-F4203EB84BFE}" type="presParOf" srcId="{644B7556-B940-4398-8F2B-1EE7B135846B}" destId="{BC5495C8-3322-470C-A251-7FD37C315E60}" srcOrd="6" destOrd="0" presId="urn:microsoft.com/office/officeart/2005/8/layout/vProcess5"/>
    <dgm:cxn modelId="{48A85614-EA7E-447B-B66E-A190E74601C1}" type="presParOf" srcId="{644B7556-B940-4398-8F2B-1EE7B135846B}" destId="{C5209DF5-CB70-475E-9C8D-17E593C456BD}" srcOrd="7" destOrd="0" presId="urn:microsoft.com/office/officeart/2005/8/layout/vProcess5"/>
    <dgm:cxn modelId="{3C3B7993-1B29-4F92-9770-9F7E642DCC6E}" type="presParOf" srcId="{644B7556-B940-4398-8F2B-1EE7B135846B}" destId="{2B081D4A-A8F6-4F82-AC41-80C1DFA7E80F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583560E-1E44-43B3-A37C-F35D8D8C2ABC}" type="doc">
      <dgm:prSet loTypeId="urn:microsoft.com/office/officeart/2005/8/layout/vProcess5" loCatId="process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25997847-D620-4200-93F5-763AD6F3C508}">
      <dgm:prSet/>
      <dgm:spPr/>
      <dgm:t>
        <a:bodyPr/>
        <a:lstStyle/>
        <a:p>
          <a:r>
            <a:rPr lang="en-US"/>
            <a:t>• There is a gap between technologically complex robots and emotionally engaging companions that are affordable and sustainable</a:t>
          </a:r>
        </a:p>
      </dgm:t>
    </dgm:pt>
    <dgm:pt modelId="{B3C39ED1-6CFF-44F4-B091-C16B79838DDC}" type="parTrans" cxnId="{CF027E63-2B3B-4E95-AC11-7701C8A2338B}">
      <dgm:prSet/>
      <dgm:spPr/>
      <dgm:t>
        <a:bodyPr/>
        <a:lstStyle/>
        <a:p>
          <a:endParaRPr lang="en-US"/>
        </a:p>
      </dgm:t>
    </dgm:pt>
    <dgm:pt modelId="{8C69CC01-163D-4EFD-8A1D-3B1AD7FCDC64}" type="sibTrans" cxnId="{CF027E63-2B3B-4E95-AC11-7701C8A2338B}">
      <dgm:prSet/>
      <dgm:spPr/>
      <dgm:t>
        <a:bodyPr/>
        <a:lstStyle/>
        <a:p>
          <a:endParaRPr lang="en-US"/>
        </a:p>
      </dgm:t>
    </dgm:pt>
    <dgm:pt modelId="{E753262E-1023-4914-903A-A1828C03321E}">
      <dgm:prSet/>
      <dgm:spPr/>
      <dgm:t>
        <a:bodyPr/>
        <a:lstStyle/>
        <a:p>
          <a:r>
            <a:rPr lang="en-US"/>
            <a:t>• Simple household with ample lighting and network with no hazard for Robot</a:t>
          </a:r>
        </a:p>
      </dgm:t>
    </dgm:pt>
    <dgm:pt modelId="{9F400DBB-FFC9-4F39-8844-AC3278B80778}" type="parTrans" cxnId="{D49A4079-6A75-4014-96E8-0887A92E75C3}">
      <dgm:prSet/>
      <dgm:spPr/>
      <dgm:t>
        <a:bodyPr/>
        <a:lstStyle/>
        <a:p>
          <a:endParaRPr lang="en-US"/>
        </a:p>
      </dgm:t>
    </dgm:pt>
    <dgm:pt modelId="{64120761-9818-49DE-9D85-AEF251A7FDD8}" type="sibTrans" cxnId="{D49A4079-6A75-4014-96E8-0887A92E75C3}">
      <dgm:prSet/>
      <dgm:spPr/>
      <dgm:t>
        <a:bodyPr/>
        <a:lstStyle/>
        <a:p>
          <a:endParaRPr lang="en-US"/>
        </a:p>
      </dgm:t>
    </dgm:pt>
    <dgm:pt modelId="{5DE2D5BC-7DCA-459B-8952-C6DAC20CC72B}">
      <dgm:prSet/>
      <dgm:spPr/>
      <dgm:t>
        <a:bodyPr/>
        <a:lstStyle/>
        <a:p>
          <a:r>
            <a:rPr lang="en-US"/>
            <a:t>• Elderly and assistance-requiring citizens who live alone/isolated</a:t>
          </a:r>
        </a:p>
      </dgm:t>
    </dgm:pt>
    <dgm:pt modelId="{CC754A32-FA9C-46C9-AA64-6D27FAA54C66}" type="parTrans" cxnId="{9C117C90-3ED9-480B-8597-A75C36E9ABC2}">
      <dgm:prSet/>
      <dgm:spPr/>
      <dgm:t>
        <a:bodyPr/>
        <a:lstStyle/>
        <a:p>
          <a:endParaRPr lang="en-US"/>
        </a:p>
      </dgm:t>
    </dgm:pt>
    <dgm:pt modelId="{1E73789E-72CE-4796-96EA-4E6293D15E13}" type="sibTrans" cxnId="{9C117C90-3ED9-480B-8597-A75C36E9ABC2}">
      <dgm:prSet/>
      <dgm:spPr/>
      <dgm:t>
        <a:bodyPr/>
        <a:lstStyle/>
        <a:p>
          <a:endParaRPr lang="en-US"/>
        </a:p>
      </dgm:t>
    </dgm:pt>
    <dgm:pt modelId="{3D79913A-D744-45EA-B3C3-6899B529FDDE}" type="pres">
      <dgm:prSet presAssocID="{B583560E-1E44-43B3-A37C-F35D8D8C2ABC}" presName="outerComposite" presStyleCnt="0">
        <dgm:presLayoutVars>
          <dgm:chMax val="5"/>
          <dgm:dir/>
          <dgm:resizeHandles val="exact"/>
        </dgm:presLayoutVars>
      </dgm:prSet>
      <dgm:spPr/>
    </dgm:pt>
    <dgm:pt modelId="{3C034C6B-B303-457C-874D-87C7DFA6D21C}" type="pres">
      <dgm:prSet presAssocID="{B583560E-1E44-43B3-A37C-F35D8D8C2ABC}" presName="dummyMaxCanvas" presStyleCnt="0">
        <dgm:presLayoutVars/>
      </dgm:prSet>
      <dgm:spPr/>
    </dgm:pt>
    <dgm:pt modelId="{C1A67414-0E35-4D6A-B3E4-2A19980893F0}" type="pres">
      <dgm:prSet presAssocID="{B583560E-1E44-43B3-A37C-F35D8D8C2ABC}" presName="ThreeNodes_1" presStyleLbl="node1" presStyleIdx="0" presStyleCnt="3">
        <dgm:presLayoutVars>
          <dgm:bulletEnabled val="1"/>
        </dgm:presLayoutVars>
      </dgm:prSet>
      <dgm:spPr/>
    </dgm:pt>
    <dgm:pt modelId="{B07A3EB9-4775-4ED1-BA7E-FC086E11E1E6}" type="pres">
      <dgm:prSet presAssocID="{B583560E-1E44-43B3-A37C-F35D8D8C2ABC}" presName="ThreeNodes_2" presStyleLbl="node1" presStyleIdx="1" presStyleCnt="3">
        <dgm:presLayoutVars>
          <dgm:bulletEnabled val="1"/>
        </dgm:presLayoutVars>
      </dgm:prSet>
      <dgm:spPr/>
    </dgm:pt>
    <dgm:pt modelId="{895AECE7-1245-410D-9B16-9AFFEC2E97D3}" type="pres">
      <dgm:prSet presAssocID="{B583560E-1E44-43B3-A37C-F35D8D8C2ABC}" presName="ThreeNodes_3" presStyleLbl="node1" presStyleIdx="2" presStyleCnt="3">
        <dgm:presLayoutVars>
          <dgm:bulletEnabled val="1"/>
        </dgm:presLayoutVars>
      </dgm:prSet>
      <dgm:spPr/>
    </dgm:pt>
    <dgm:pt modelId="{ACBC529A-3815-4F81-B75B-A26CEC4728FC}" type="pres">
      <dgm:prSet presAssocID="{B583560E-1E44-43B3-A37C-F35D8D8C2ABC}" presName="ThreeConn_1-2" presStyleLbl="fgAccFollowNode1" presStyleIdx="0" presStyleCnt="2">
        <dgm:presLayoutVars>
          <dgm:bulletEnabled val="1"/>
        </dgm:presLayoutVars>
      </dgm:prSet>
      <dgm:spPr/>
    </dgm:pt>
    <dgm:pt modelId="{35D09A3F-412E-4856-BE5C-69FEBDF19DE3}" type="pres">
      <dgm:prSet presAssocID="{B583560E-1E44-43B3-A37C-F35D8D8C2ABC}" presName="ThreeConn_2-3" presStyleLbl="fgAccFollowNode1" presStyleIdx="1" presStyleCnt="2">
        <dgm:presLayoutVars>
          <dgm:bulletEnabled val="1"/>
        </dgm:presLayoutVars>
      </dgm:prSet>
      <dgm:spPr/>
    </dgm:pt>
    <dgm:pt modelId="{BB94B768-3E30-40F7-AECA-F80D679E30D5}" type="pres">
      <dgm:prSet presAssocID="{B583560E-1E44-43B3-A37C-F35D8D8C2ABC}" presName="ThreeNodes_1_text" presStyleLbl="node1" presStyleIdx="2" presStyleCnt="3">
        <dgm:presLayoutVars>
          <dgm:bulletEnabled val="1"/>
        </dgm:presLayoutVars>
      </dgm:prSet>
      <dgm:spPr/>
    </dgm:pt>
    <dgm:pt modelId="{6E3157DD-6AD9-455D-A0C9-DA278D063EE7}" type="pres">
      <dgm:prSet presAssocID="{B583560E-1E44-43B3-A37C-F35D8D8C2ABC}" presName="ThreeNodes_2_text" presStyleLbl="node1" presStyleIdx="2" presStyleCnt="3">
        <dgm:presLayoutVars>
          <dgm:bulletEnabled val="1"/>
        </dgm:presLayoutVars>
      </dgm:prSet>
      <dgm:spPr/>
    </dgm:pt>
    <dgm:pt modelId="{BC8CC68D-8AC8-4E44-B080-32AC86C7ACB9}" type="pres">
      <dgm:prSet presAssocID="{B583560E-1E44-43B3-A37C-F35D8D8C2ABC}" presName="ThreeNodes_3_text" presStyleLbl="node1" presStyleIdx="2" presStyleCnt="3">
        <dgm:presLayoutVars>
          <dgm:bulletEnabled val="1"/>
        </dgm:presLayoutVars>
      </dgm:prSet>
      <dgm:spPr/>
    </dgm:pt>
  </dgm:ptLst>
  <dgm:cxnLst>
    <dgm:cxn modelId="{709D850B-E19D-4457-B3F7-99ECCE6CA5A1}" type="presOf" srcId="{E753262E-1023-4914-903A-A1828C03321E}" destId="{BC8CC68D-8AC8-4E44-B080-32AC86C7ACB9}" srcOrd="1" destOrd="0" presId="urn:microsoft.com/office/officeart/2005/8/layout/vProcess5"/>
    <dgm:cxn modelId="{960C082D-E4BB-4230-91EA-E030D258AB1C}" type="presOf" srcId="{5DE2D5BC-7DCA-459B-8952-C6DAC20CC72B}" destId="{6E3157DD-6AD9-455D-A0C9-DA278D063EE7}" srcOrd="1" destOrd="0" presId="urn:microsoft.com/office/officeart/2005/8/layout/vProcess5"/>
    <dgm:cxn modelId="{446F2E3C-28F7-41D8-A602-239C3E18D375}" type="presOf" srcId="{B583560E-1E44-43B3-A37C-F35D8D8C2ABC}" destId="{3D79913A-D744-45EA-B3C3-6899B529FDDE}" srcOrd="0" destOrd="0" presId="urn:microsoft.com/office/officeart/2005/8/layout/vProcess5"/>
    <dgm:cxn modelId="{CF027E63-2B3B-4E95-AC11-7701C8A2338B}" srcId="{B583560E-1E44-43B3-A37C-F35D8D8C2ABC}" destId="{25997847-D620-4200-93F5-763AD6F3C508}" srcOrd="0" destOrd="0" parTransId="{B3C39ED1-6CFF-44F4-B091-C16B79838DDC}" sibTransId="{8C69CC01-163D-4EFD-8A1D-3B1AD7FCDC64}"/>
    <dgm:cxn modelId="{75EFD34B-7993-410C-B021-0F3792F11319}" type="presOf" srcId="{8C69CC01-163D-4EFD-8A1D-3B1AD7FCDC64}" destId="{ACBC529A-3815-4F81-B75B-A26CEC4728FC}" srcOrd="0" destOrd="0" presId="urn:microsoft.com/office/officeart/2005/8/layout/vProcess5"/>
    <dgm:cxn modelId="{31CC3250-2739-47DD-90EB-EA96FA33FE47}" type="presOf" srcId="{25997847-D620-4200-93F5-763AD6F3C508}" destId="{BB94B768-3E30-40F7-AECA-F80D679E30D5}" srcOrd="1" destOrd="0" presId="urn:microsoft.com/office/officeart/2005/8/layout/vProcess5"/>
    <dgm:cxn modelId="{D49A4079-6A75-4014-96E8-0887A92E75C3}" srcId="{B583560E-1E44-43B3-A37C-F35D8D8C2ABC}" destId="{E753262E-1023-4914-903A-A1828C03321E}" srcOrd="2" destOrd="0" parTransId="{9F400DBB-FFC9-4F39-8844-AC3278B80778}" sibTransId="{64120761-9818-49DE-9D85-AEF251A7FDD8}"/>
    <dgm:cxn modelId="{9C117C90-3ED9-480B-8597-A75C36E9ABC2}" srcId="{B583560E-1E44-43B3-A37C-F35D8D8C2ABC}" destId="{5DE2D5BC-7DCA-459B-8952-C6DAC20CC72B}" srcOrd="1" destOrd="0" parTransId="{CC754A32-FA9C-46C9-AA64-6D27FAA54C66}" sibTransId="{1E73789E-72CE-4796-96EA-4E6293D15E13}"/>
    <dgm:cxn modelId="{44EF459E-91CB-4F41-A261-22C643EAF9F7}" type="presOf" srcId="{E753262E-1023-4914-903A-A1828C03321E}" destId="{895AECE7-1245-410D-9B16-9AFFEC2E97D3}" srcOrd="0" destOrd="0" presId="urn:microsoft.com/office/officeart/2005/8/layout/vProcess5"/>
    <dgm:cxn modelId="{08C2D5A3-5C57-41D6-B304-3F79A21161CB}" type="presOf" srcId="{25997847-D620-4200-93F5-763AD6F3C508}" destId="{C1A67414-0E35-4D6A-B3E4-2A19980893F0}" srcOrd="0" destOrd="0" presId="urn:microsoft.com/office/officeart/2005/8/layout/vProcess5"/>
    <dgm:cxn modelId="{2D568AC3-8FE4-4036-8F5D-C35E70AE3F2D}" type="presOf" srcId="{5DE2D5BC-7DCA-459B-8952-C6DAC20CC72B}" destId="{B07A3EB9-4775-4ED1-BA7E-FC086E11E1E6}" srcOrd="0" destOrd="0" presId="urn:microsoft.com/office/officeart/2005/8/layout/vProcess5"/>
    <dgm:cxn modelId="{555C01F0-790B-4524-AC67-6ABF5A331E13}" type="presOf" srcId="{1E73789E-72CE-4796-96EA-4E6293D15E13}" destId="{35D09A3F-412E-4856-BE5C-69FEBDF19DE3}" srcOrd="0" destOrd="0" presId="urn:microsoft.com/office/officeart/2005/8/layout/vProcess5"/>
    <dgm:cxn modelId="{783BA723-C7C5-4609-ABF0-AF1E609452CA}" type="presParOf" srcId="{3D79913A-D744-45EA-B3C3-6899B529FDDE}" destId="{3C034C6B-B303-457C-874D-87C7DFA6D21C}" srcOrd="0" destOrd="0" presId="urn:microsoft.com/office/officeart/2005/8/layout/vProcess5"/>
    <dgm:cxn modelId="{F0024C83-9099-4481-B403-106E5D856AF7}" type="presParOf" srcId="{3D79913A-D744-45EA-B3C3-6899B529FDDE}" destId="{C1A67414-0E35-4D6A-B3E4-2A19980893F0}" srcOrd="1" destOrd="0" presId="urn:microsoft.com/office/officeart/2005/8/layout/vProcess5"/>
    <dgm:cxn modelId="{9BA16E81-7891-4303-B575-6467960963CF}" type="presParOf" srcId="{3D79913A-D744-45EA-B3C3-6899B529FDDE}" destId="{B07A3EB9-4775-4ED1-BA7E-FC086E11E1E6}" srcOrd="2" destOrd="0" presId="urn:microsoft.com/office/officeart/2005/8/layout/vProcess5"/>
    <dgm:cxn modelId="{E8331F3D-7057-4661-A18B-4FA7A86138AD}" type="presParOf" srcId="{3D79913A-D744-45EA-B3C3-6899B529FDDE}" destId="{895AECE7-1245-410D-9B16-9AFFEC2E97D3}" srcOrd="3" destOrd="0" presId="urn:microsoft.com/office/officeart/2005/8/layout/vProcess5"/>
    <dgm:cxn modelId="{2E961DF7-D7CB-4770-A8D8-4BE7C3AD88B7}" type="presParOf" srcId="{3D79913A-D744-45EA-B3C3-6899B529FDDE}" destId="{ACBC529A-3815-4F81-B75B-A26CEC4728FC}" srcOrd="4" destOrd="0" presId="urn:microsoft.com/office/officeart/2005/8/layout/vProcess5"/>
    <dgm:cxn modelId="{F182DFA3-E6DF-4F91-AFA1-C0D5E11F9A70}" type="presParOf" srcId="{3D79913A-D744-45EA-B3C3-6899B529FDDE}" destId="{35D09A3F-412E-4856-BE5C-69FEBDF19DE3}" srcOrd="5" destOrd="0" presId="urn:microsoft.com/office/officeart/2005/8/layout/vProcess5"/>
    <dgm:cxn modelId="{A9927661-AC12-4804-B68F-1D6BEA0D4BA8}" type="presParOf" srcId="{3D79913A-D744-45EA-B3C3-6899B529FDDE}" destId="{BB94B768-3E30-40F7-AECA-F80D679E30D5}" srcOrd="6" destOrd="0" presId="urn:microsoft.com/office/officeart/2005/8/layout/vProcess5"/>
    <dgm:cxn modelId="{D6D6930F-BCF7-48DD-9CC0-4BA0F53489DE}" type="presParOf" srcId="{3D79913A-D744-45EA-B3C3-6899B529FDDE}" destId="{6E3157DD-6AD9-455D-A0C9-DA278D063EE7}" srcOrd="7" destOrd="0" presId="urn:microsoft.com/office/officeart/2005/8/layout/vProcess5"/>
    <dgm:cxn modelId="{97E6E5D3-2DFF-48B1-BBFA-414D88B873FE}" type="presParOf" srcId="{3D79913A-D744-45EA-B3C3-6899B529FDDE}" destId="{BC8CC68D-8AC8-4E44-B080-32AC86C7ACB9}" srcOrd="8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C2C4B51A-AFBD-459F-8001-CCFB8063AA32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CB2A9622-AB87-4D42-A3ED-B5EEEAC377B7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/>
            <a:t>• </a:t>
          </a:r>
          <a:r>
            <a:rPr lang="en-US">
              <a:latin typeface="Calibri"/>
            </a:rPr>
            <a:t>Trusting and depend on robot</a:t>
          </a:r>
          <a:endParaRPr lang="en-US"/>
        </a:p>
      </dgm:t>
    </dgm:pt>
    <dgm:pt modelId="{CBE5F543-D879-4561-8056-2A188433CFB9}" type="parTrans" cxnId="{9BC1A2CD-B304-48CF-B034-DB5FE620A50A}">
      <dgm:prSet/>
      <dgm:spPr/>
      <dgm:t>
        <a:bodyPr/>
        <a:lstStyle/>
        <a:p>
          <a:endParaRPr lang="en-US"/>
        </a:p>
      </dgm:t>
    </dgm:pt>
    <dgm:pt modelId="{F28A828D-16FE-468B-A82C-FB408660B568}" type="sibTrans" cxnId="{9BC1A2CD-B304-48CF-B034-DB5FE620A50A}">
      <dgm:prSet/>
      <dgm:spPr/>
      <dgm:t>
        <a:bodyPr/>
        <a:lstStyle/>
        <a:p>
          <a:endParaRPr lang="en-US"/>
        </a:p>
      </dgm:t>
    </dgm:pt>
    <dgm:pt modelId="{D2640C49-A506-48E5-9B74-C17A38E20138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</a:t>
          </a:r>
          <a:r>
            <a:rPr lang="en-US">
              <a:latin typeface="Calibri"/>
            </a:rPr>
            <a:t>Provide companionship.</a:t>
          </a:r>
          <a:endParaRPr lang="en-US"/>
        </a:p>
      </dgm:t>
    </dgm:pt>
    <dgm:pt modelId="{F4276B9B-D548-42F0-8253-017EF420C328}" type="parTrans" cxnId="{8ECC4991-A3E7-450C-AA2B-7721C674BD44}">
      <dgm:prSet/>
      <dgm:spPr/>
      <dgm:t>
        <a:bodyPr/>
        <a:lstStyle/>
        <a:p>
          <a:endParaRPr lang="en-US"/>
        </a:p>
      </dgm:t>
    </dgm:pt>
    <dgm:pt modelId="{03D53A68-DC7D-4F53-866C-705487660BDC}" type="sibTrans" cxnId="{8ECC4991-A3E7-450C-AA2B-7721C674BD44}">
      <dgm:prSet/>
      <dgm:spPr/>
      <dgm:t>
        <a:bodyPr/>
        <a:lstStyle/>
        <a:p>
          <a:endParaRPr lang="en-US"/>
        </a:p>
      </dgm:t>
    </dgm:pt>
    <dgm:pt modelId="{693BBBE2-69BD-45A1-8D19-895F4082C9A9}">
      <dgm:prSet/>
      <dgm:spPr/>
      <dgm:t>
        <a:bodyPr/>
        <a:lstStyle/>
        <a:p>
          <a:pPr rtl="0">
            <a:lnSpc>
              <a:spcPct val="100000"/>
            </a:lnSpc>
            <a:defRPr cap="all"/>
          </a:pPr>
          <a:r>
            <a:rPr lang="en-US"/>
            <a:t>• </a:t>
          </a:r>
          <a:r>
            <a:rPr lang="en-US">
              <a:latin typeface="Calibri"/>
            </a:rPr>
            <a:t>To be Handled with care and safety</a:t>
          </a:r>
          <a:endParaRPr lang="en-US"/>
        </a:p>
      </dgm:t>
    </dgm:pt>
    <dgm:pt modelId="{AFBA1C68-D12E-4C05-AB89-E81A6DC6E9A9}" type="parTrans" cxnId="{959FEBF3-F090-4A83-84B8-8B1D17033296}">
      <dgm:prSet/>
      <dgm:spPr/>
      <dgm:t>
        <a:bodyPr/>
        <a:lstStyle/>
        <a:p>
          <a:endParaRPr lang="en-US"/>
        </a:p>
      </dgm:t>
    </dgm:pt>
    <dgm:pt modelId="{FE4C31A8-3F35-48B5-A69D-DA610FE1E791}" type="sibTrans" cxnId="{959FEBF3-F090-4A83-84B8-8B1D17033296}">
      <dgm:prSet/>
      <dgm:spPr/>
      <dgm:t>
        <a:bodyPr/>
        <a:lstStyle/>
        <a:p>
          <a:endParaRPr lang="en-US"/>
        </a:p>
      </dgm:t>
    </dgm:pt>
    <dgm:pt modelId="{ADCCBE71-A49B-4CCD-85AC-F273FC3CE8CB}" type="pres">
      <dgm:prSet presAssocID="{C2C4B51A-AFBD-459F-8001-CCFB8063AA32}" presName="root" presStyleCnt="0">
        <dgm:presLayoutVars>
          <dgm:dir/>
          <dgm:resizeHandles val="exact"/>
        </dgm:presLayoutVars>
      </dgm:prSet>
      <dgm:spPr/>
    </dgm:pt>
    <dgm:pt modelId="{9E8B6F16-C17B-497C-BEF5-2C9EEB3011B2}" type="pres">
      <dgm:prSet presAssocID="{CB2A9622-AB87-4D42-A3ED-B5EEEAC377B7}" presName="compNode" presStyleCnt="0"/>
      <dgm:spPr/>
    </dgm:pt>
    <dgm:pt modelId="{8EFC9D74-C3BB-4B29-ABB2-EB9C40634F62}" type="pres">
      <dgm:prSet presAssocID="{CB2A9622-AB87-4D42-A3ED-B5EEEAC377B7}" presName="iconBgRect" presStyleLbl="bgShp" presStyleIdx="0" presStyleCnt="3"/>
      <dgm:spPr/>
    </dgm:pt>
    <dgm:pt modelId="{7D481A38-43A6-47C3-9257-CD606B201B5A}" type="pres">
      <dgm:prSet presAssocID="{CB2A9622-AB87-4D42-A3ED-B5EEEAC377B7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8584634A-7039-4CF6-9982-86C2936F4C69}" type="pres">
      <dgm:prSet presAssocID="{CB2A9622-AB87-4D42-A3ED-B5EEEAC377B7}" presName="spaceRect" presStyleCnt="0"/>
      <dgm:spPr/>
    </dgm:pt>
    <dgm:pt modelId="{B449785E-2704-4AAB-B6ED-C3AA659E85F6}" type="pres">
      <dgm:prSet presAssocID="{CB2A9622-AB87-4D42-A3ED-B5EEEAC377B7}" presName="textRect" presStyleLbl="revTx" presStyleIdx="0" presStyleCnt="3">
        <dgm:presLayoutVars>
          <dgm:chMax val="1"/>
          <dgm:chPref val="1"/>
        </dgm:presLayoutVars>
      </dgm:prSet>
      <dgm:spPr/>
    </dgm:pt>
    <dgm:pt modelId="{392B132F-0E56-4219-AF29-7F48961FBA46}" type="pres">
      <dgm:prSet presAssocID="{F28A828D-16FE-468B-A82C-FB408660B568}" presName="sibTrans" presStyleCnt="0"/>
      <dgm:spPr/>
    </dgm:pt>
    <dgm:pt modelId="{9678EF00-9FF2-4C3E-A390-DB24D00656FD}" type="pres">
      <dgm:prSet presAssocID="{D2640C49-A506-48E5-9B74-C17A38E20138}" presName="compNode" presStyleCnt="0"/>
      <dgm:spPr/>
    </dgm:pt>
    <dgm:pt modelId="{F8794770-C826-44DC-BD52-5C783F890AF0}" type="pres">
      <dgm:prSet presAssocID="{D2640C49-A506-48E5-9B74-C17A38E20138}" presName="iconBgRect" presStyleLbl="bgShp" presStyleIdx="1" presStyleCnt="3"/>
      <dgm:spPr/>
    </dgm:pt>
    <dgm:pt modelId="{801014AF-8F43-49E0-9902-E518597DEE4E}" type="pres">
      <dgm:prSet presAssocID="{D2640C49-A506-48E5-9B74-C17A38E2013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47532649-539A-4991-B143-B1564F6F997A}" type="pres">
      <dgm:prSet presAssocID="{D2640C49-A506-48E5-9B74-C17A38E20138}" presName="spaceRect" presStyleCnt="0"/>
      <dgm:spPr/>
    </dgm:pt>
    <dgm:pt modelId="{6EB97B6E-1446-4197-90FE-6B5A2F526209}" type="pres">
      <dgm:prSet presAssocID="{D2640C49-A506-48E5-9B74-C17A38E20138}" presName="textRect" presStyleLbl="revTx" presStyleIdx="1" presStyleCnt="3">
        <dgm:presLayoutVars>
          <dgm:chMax val="1"/>
          <dgm:chPref val="1"/>
        </dgm:presLayoutVars>
      </dgm:prSet>
      <dgm:spPr/>
    </dgm:pt>
    <dgm:pt modelId="{65A1F40A-3162-4C99-B25B-4B9A481383A4}" type="pres">
      <dgm:prSet presAssocID="{03D53A68-DC7D-4F53-866C-705487660BDC}" presName="sibTrans" presStyleCnt="0"/>
      <dgm:spPr/>
    </dgm:pt>
    <dgm:pt modelId="{6A702405-036A-4F13-B148-BD03B88A9200}" type="pres">
      <dgm:prSet presAssocID="{693BBBE2-69BD-45A1-8D19-895F4082C9A9}" presName="compNode" presStyleCnt="0"/>
      <dgm:spPr/>
    </dgm:pt>
    <dgm:pt modelId="{10941D3C-9FC2-4DD6-9D93-BDA7C28BA1A0}" type="pres">
      <dgm:prSet presAssocID="{693BBBE2-69BD-45A1-8D19-895F4082C9A9}" presName="iconBgRect" presStyleLbl="bgShp" presStyleIdx="2" presStyleCnt="3"/>
      <dgm:spPr/>
    </dgm:pt>
    <dgm:pt modelId="{8CE2DD85-F560-4CAA-BE4F-1A6951B7D5F2}" type="pres">
      <dgm:prSet presAssocID="{693BBBE2-69BD-45A1-8D19-895F4082C9A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hought bubble"/>
        </a:ext>
      </dgm:extLst>
    </dgm:pt>
    <dgm:pt modelId="{302A17F5-F137-4944-A0FD-F3BC248C7DBE}" type="pres">
      <dgm:prSet presAssocID="{693BBBE2-69BD-45A1-8D19-895F4082C9A9}" presName="spaceRect" presStyleCnt="0"/>
      <dgm:spPr/>
    </dgm:pt>
    <dgm:pt modelId="{A728B5FF-B3BD-4A77-93D1-FEDD7D1DAF40}" type="pres">
      <dgm:prSet presAssocID="{693BBBE2-69BD-45A1-8D19-895F4082C9A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082AB903-73F3-4C62-BBD8-6EEE05299657}" type="presOf" srcId="{693BBBE2-69BD-45A1-8D19-895F4082C9A9}" destId="{A728B5FF-B3BD-4A77-93D1-FEDD7D1DAF40}" srcOrd="0" destOrd="0" presId="urn:microsoft.com/office/officeart/2018/5/layout/IconCircleLabelList"/>
    <dgm:cxn modelId="{8ECC4991-A3E7-450C-AA2B-7721C674BD44}" srcId="{C2C4B51A-AFBD-459F-8001-CCFB8063AA32}" destId="{D2640C49-A506-48E5-9B74-C17A38E20138}" srcOrd="1" destOrd="0" parTransId="{F4276B9B-D548-42F0-8253-017EF420C328}" sibTransId="{03D53A68-DC7D-4F53-866C-705487660BDC}"/>
    <dgm:cxn modelId="{4B88A09C-B709-4585-AD55-4F5AFCAACC37}" type="presOf" srcId="{CB2A9622-AB87-4D42-A3ED-B5EEEAC377B7}" destId="{B449785E-2704-4AAB-B6ED-C3AA659E85F6}" srcOrd="0" destOrd="0" presId="urn:microsoft.com/office/officeart/2018/5/layout/IconCircleLabelList"/>
    <dgm:cxn modelId="{9BC1A2CD-B304-48CF-B034-DB5FE620A50A}" srcId="{C2C4B51A-AFBD-459F-8001-CCFB8063AA32}" destId="{CB2A9622-AB87-4D42-A3ED-B5EEEAC377B7}" srcOrd="0" destOrd="0" parTransId="{CBE5F543-D879-4561-8056-2A188433CFB9}" sibTransId="{F28A828D-16FE-468B-A82C-FB408660B568}"/>
    <dgm:cxn modelId="{CCE921D7-F0DC-4FB1-8CBD-F4D9EA596836}" type="presOf" srcId="{D2640C49-A506-48E5-9B74-C17A38E20138}" destId="{6EB97B6E-1446-4197-90FE-6B5A2F526209}" srcOrd="0" destOrd="0" presId="urn:microsoft.com/office/officeart/2018/5/layout/IconCircleLabelList"/>
    <dgm:cxn modelId="{6B9168DD-DA70-4A25-B15A-82829780F642}" type="presOf" srcId="{C2C4B51A-AFBD-459F-8001-CCFB8063AA32}" destId="{ADCCBE71-A49B-4CCD-85AC-F273FC3CE8CB}" srcOrd="0" destOrd="0" presId="urn:microsoft.com/office/officeart/2018/5/layout/IconCircleLabelList"/>
    <dgm:cxn modelId="{959FEBF3-F090-4A83-84B8-8B1D17033296}" srcId="{C2C4B51A-AFBD-459F-8001-CCFB8063AA32}" destId="{693BBBE2-69BD-45A1-8D19-895F4082C9A9}" srcOrd="2" destOrd="0" parTransId="{AFBA1C68-D12E-4C05-AB89-E81A6DC6E9A9}" sibTransId="{FE4C31A8-3F35-48B5-A69D-DA610FE1E791}"/>
    <dgm:cxn modelId="{59FE0270-32C6-413D-90A2-0372BB2C0584}" type="presParOf" srcId="{ADCCBE71-A49B-4CCD-85AC-F273FC3CE8CB}" destId="{9E8B6F16-C17B-497C-BEF5-2C9EEB3011B2}" srcOrd="0" destOrd="0" presId="urn:microsoft.com/office/officeart/2018/5/layout/IconCircleLabelList"/>
    <dgm:cxn modelId="{B2F4CD62-F02B-4A32-A7BE-C5DDC8288487}" type="presParOf" srcId="{9E8B6F16-C17B-497C-BEF5-2C9EEB3011B2}" destId="{8EFC9D74-C3BB-4B29-ABB2-EB9C40634F62}" srcOrd="0" destOrd="0" presId="urn:microsoft.com/office/officeart/2018/5/layout/IconCircleLabelList"/>
    <dgm:cxn modelId="{A1D7FEC4-CF03-4C16-B90A-7463269FEC1F}" type="presParOf" srcId="{9E8B6F16-C17B-497C-BEF5-2C9EEB3011B2}" destId="{7D481A38-43A6-47C3-9257-CD606B201B5A}" srcOrd="1" destOrd="0" presId="urn:microsoft.com/office/officeart/2018/5/layout/IconCircleLabelList"/>
    <dgm:cxn modelId="{CC15C966-31F5-4EEA-9EBA-7C642A32628A}" type="presParOf" srcId="{9E8B6F16-C17B-497C-BEF5-2C9EEB3011B2}" destId="{8584634A-7039-4CF6-9982-86C2936F4C69}" srcOrd="2" destOrd="0" presId="urn:microsoft.com/office/officeart/2018/5/layout/IconCircleLabelList"/>
    <dgm:cxn modelId="{ECE5DDCC-1737-4337-9F0D-59D3B8EAB64E}" type="presParOf" srcId="{9E8B6F16-C17B-497C-BEF5-2C9EEB3011B2}" destId="{B449785E-2704-4AAB-B6ED-C3AA659E85F6}" srcOrd="3" destOrd="0" presId="urn:microsoft.com/office/officeart/2018/5/layout/IconCircleLabelList"/>
    <dgm:cxn modelId="{BC2086E6-5C09-4A43-B20C-34B31DA3F465}" type="presParOf" srcId="{ADCCBE71-A49B-4CCD-85AC-F273FC3CE8CB}" destId="{392B132F-0E56-4219-AF29-7F48961FBA46}" srcOrd="1" destOrd="0" presId="urn:microsoft.com/office/officeart/2018/5/layout/IconCircleLabelList"/>
    <dgm:cxn modelId="{5F4C695A-5D6A-4789-85EF-9997A772F84D}" type="presParOf" srcId="{ADCCBE71-A49B-4CCD-85AC-F273FC3CE8CB}" destId="{9678EF00-9FF2-4C3E-A390-DB24D00656FD}" srcOrd="2" destOrd="0" presId="urn:microsoft.com/office/officeart/2018/5/layout/IconCircleLabelList"/>
    <dgm:cxn modelId="{11D775DB-DD52-4CA4-BB30-37F9DFB5B18E}" type="presParOf" srcId="{9678EF00-9FF2-4C3E-A390-DB24D00656FD}" destId="{F8794770-C826-44DC-BD52-5C783F890AF0}" srcOrd="0" destOrd="0" presId="urn:microsoft.com/office/officeart/2018/5/layout/IconCircleLabelList"/>
    <dgm:cxn modelId="{55BB3FB7-71CD-4F4E-BD98-463B8985C541}" type="presParOf" srcId="{9678EF00-9FF2-4C3E-A390-DB24D00656FD}" destId="{801014AF-8F43-49E0-9902-E518597DEE4E}" srcOrd="1" destOrd="0" presId="urn:microsoft.com/office/officeart/2018/5/layout/IconCircleLabelList"/>
    <dgm:cxn modelId="{887042F2-2E4B-4888-B7D9-6EEBEFDDA804}" type="presParOf" srcId="{9678EF00-9FF2-4C3E-A390-DB24D00656FD}" destId="{47532649-539A-4991-B143-B1564F6F997A}" srcOrd="2" destOrd="0" presId="urn:microsoft.com/office/officeart/2018/5/layout/IconCircleLabelList"/>
    <dgm:cxn modelId="{2F9B6287-F798-48F2-A316-A4869097A8B7}" type="presParOf" srcId="{9678EF00-9FF2-4C3E-A390-DB24D00656FD}" destId="{6EB97B6E-1446-4197-90FE-6B5A2F526209}" srcOrd="3" destOrd="0" presId="urn:microsoft.com/office/officeart/2018/5/layout/IconCircleLabelList"/>
    <dgm:cxn modelId="{423627E7-6B11-4B7A-BFBA-419CBB140F6E}" type="presParOf" srcId="{ADCCBE71-A49B-4CCD-85AC-F273FC3CE8CB}" destId="{65A1F40A-3162-4C99-B25B-4B9A481383A4}" srcOrd="3" destOrd="0" presId="urn:microsoft.com/office/officeart/2018/5/layout/IconCircleLabelList"/>
    <dgm:cxn modelId="{789D7EDC-4BDD-43BE-8A54-BFAC88CF71B1}" type="presParOf" srcId="{ADCCBE71-A49B-4CCD-85AC-F273FC3CE8CB}" destId="{6A702405-036A-4F13-B148-BD03B88A9200}" srcOrd="4" destOrd="0" presId="urn:microsoft.com/office/officeart/2018/5/layout/IconCircleLabelList"/>
    <dgm:cxn modelId="{F6411759-22EE-45F5-84EB-94C39F8A9114}" type="presParOf" srcId="{6A702405-036A-4F13-B148-BD03B88A9200}" destId="{10941D3C-9FC2-4DD6-9D93-BDA7C28BA1A0}" srcOrd="0" destOrd="0" presId="urn:microsoft.com/office/officeart/2018/5/layout/IconCircleLabelList"/>
    <dgm:cxn modelId="{17E92DF8-1EB9-47BD-8A06-57211CD9A46A}" type="presParOf" srcId="{6A702405-036A-4F13-B148-BD03B88A9200}" destId="{8CE2DD85-F560-4CAA-BE4F-1A6951B7D5F2}" srcOrd="1" destOrd="0" presId="urn:microsoft.com/office/officeart/2018/5/layout/IconCircleLabelList"/>
    <dgm:cxn modelId="{B2CF4B95-D092-4697-9CD1-6A1D9DD4BEB1}" type="presParOf" srcId="{6A702405-036A-4F13-B148-BD03B88A9200}" destId="{302A17F5-F137-4944-A0FD-F3BC248C7DBE}" srcOrd="2" destOrd="0" presId="urn:microsoft.com/office/officeart/2018/5/layout/IconCircleLabelList"/>
    <dgm:cxn modelId="{2449225C-C475-430B-85CC-6BCA3B81D84D}" type="presParOf" srcId="{6A702405-036A-4F13-B148-BD03B88A9200}" destId="{A728B5FF-B3BD-4A77-93D1-FEDD7D1DAF40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156E5898-4570-452E-8B93-102DB5F82F5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2" csCatId="colorful" phldr="1"/>
      <dgm:spPr/>
      <dgm:t>
        <a:bodyPr/>
        <a:lstStyle/>
        <a:p>
          <a:endParaRPr lang="en-US"/>
        </a:p>
      </dgm:t>
    </dgm:pt>
    <dgm:pt modelId="{08A01D3F-EB0D-49FD-A667-9670089398BE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• </a:t>
          </a:r>
          <a:r>
            <a:rPr lang="en-US">
              <a:latin typeface="Calibri"/>
            </a:rPr>
            <a:t>Robust Control</a:t>
          </a:r>
          <a:endParaRPr lang="en-US"/>
        </a:p>
      </dgm:t>
    </dgm:pt>
    <dgm:pt modelId="{9A1FB279-4F98-46D4-B48F-8BCBA3656A37}" type="parTrans" cxnId="{481208F4-1DED-40A6-819B-31A5DC73B95E}">
      <dgm:prSet/>
      <dgm:spPr/>
      <dgm:t>
        <a:bodyPr/>
        <a:lstStyle/>
        <a:p>
          <a:endParaRPr lang="en-US"/>
        </a:p>
      </dgm:t>
    </dgm:pt>
    <dgm:pt modelId="{9C1AA3AC-970F-4748-8779-CA64B2B2F980}" type="sibTrans" cxnId="{481208F4-1DED-40A6-819B-31A5DC73B95E}">
      <dgm:prSet/>
      <dgm:spPr/>
      <dgm:t>
        <a:bodyPr/>
        <a:lstStyle/>
        <a:p>
          <a:endParaRPr lang="en-US"/>
        </a:p>
      </dgm:t>
    </dgm:pt>
    <dgm:pt modelId="{880A1C29-57BC-4314-8B83-F7BC4EC55398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• </a:t>
          </a:r>
          <a:r>
            <a:rPr lang="en-US">
              <a:latin typeface="Calibri"/>
            </a:rPr>
            <a:t>Communicates using AI, and using VLA</a:t>
          </a:r>
          <a:endParaRPr lang="en-US"/>
        </a:p>
      </dgm:t>
    </dgm:pt>
    <dgm:pt modelId="{0A78E38A-E04F-46F8-A246-B40856261BA9}" type="parTrans" cxnId="{D4E2CC64-7559-4D89-8202-AFB9576C9EA9}">
      <dgm:prSet/>
      <dgm:spPr/>
      <dgm:t>
        <a:bodyPr/>
        <a:lstStyle/>
        <a:p>
          <a:endParaRPr lang="en-US"/>
        </a:p>
      </dgm:t>
    </dgm:pt>
    <dgm:pt modelId="{7B93E75A-ED90-47B8-9F41-97EB35CE2D00}" type="sibTrans" cxnId="{D4E2CC64-7559-4D89-8202-AFB9576C9EA9}">
      <dgm:prSet/>
      <dgm:spPr/>
      <dgm:t>
        <a:bodyPr/>
        <a:lstStyle/>
        <a:p>
          <a:endParaRPr lang="en-US"/>
        </a:p>
      </dgm:t>
    </dgm:pt>
    <dgm:pt modelId="{74B022CA-4A90-4755-8579-7DA94BCD4248}">
      <dgm:prSet/>
      <dgm:spPr/>
      <dgm:t>
        <a:bodyPr/>
        <a:lstStyle/>
        <a:p>
          <a:pPr rtl="0">
            <a:lnSpc>
              <a:spcPct val="100000"/>
            </a:lnSpc>
          </a:pPr>
          <a:r>
            <a:rPr lang="en-US"/>
            <a:t>• </a:t>
          </a:r>
          <a:r>
            <a:rPr lang="en-US" sz="1200">
              <a:latin typeface="Calibri"/>
            </a:rPr>
            <a:t>Soft and Flexible design</a:t>
          </a:r>
          <a:endParaRPr lang="en-US" sz="1200"/>
        </a:p>
      </dgm:t>
    </dgm:pt>
    <dgm:pt modelId="{3D7854F1-FEF3-481C-B27F-6BED0733D8C1}" type="parTrans" cxnId="{39ED625F-573B-455B-8532-53C131C4EDBC}">
      <dgm:prSet/>
      <dgm:spPr/>
      <dgm:t>
        <a:bodyPr/>
        <a:lstStyle/>
        <a:p>
          <a:endParaRPr lang="en-US"/>
        </a:p>
      </dgm:t>
    </dgm:pt>
    <dgm:pt modelId="{E55942EC-586C-40D7-8A99-684184FBC4CB}" type="sibTrans" cxnId="{39ED625F-573B-455B-8532-53C131C4EDBC}">
      <dgm:prSet/>
      <dgm:spPr/>
      <dgm:t>
        <a:bodyPr/>
        <a:lstStyle/>
        <a:p>
          <a:endParaRPr lang="en-US"/>
        </a:p>
      </dgm:t>
    </dgm:pt>
    <dgm:pt modelId="{0991E714-F606-4741-8C59-F128CA6B94C0}" type="pres">
      <dgm:prSet presAssocID="{156E5898-4570-452E-8B93-102DB5F82F57}" presName="root" presStyleCnt="0">
        <dgm:presLayoutVars>
          <dgm:dir/>
          <dgm:resizeHandles val="exact"/>
        </dgm:presLayoutVars>
      </dgm:prSet>
      <dgm:spPr/>
    </dgm:pt>
    <dgm:pt modelId="{0637937B-4868-4B18-B032-27AD25064AED}" type="pres">
      <dgm:prSet presAssocID="{08A01D3F-EB0D-49FD-A667-9670089398BE}" presName="compNode" presStyleCnt="0"/>
      <dgm:spPr/>
    </dgm:pt>
    <dgm:pt modelId="{463A9DEA-8889-429B-9579-5C9A196DDE48}" type="pres">
      <dgm:prSet presAssocID="{08A01D3F-EB0D-49FD-A667-9670089398B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61C40F17-03BE-4C3A-B921-DA26E11178BF}" type="pres">
      <dgm:prSet presAssocID="{08A01D3F-EB0D-49FD-A667-9670089398BE}" presName="spaceRect" presStyleCnt="0"/>
      <dgm:spPr/>
    </dgm:pt>
    <dgm:pt modelId="{603B0015-D5AD-4ED1-A979-A9C715998F49}" type="pres">
      <dgm:prSet presAssocID="{08A01D3F-EB0D-49FD-A667-9670089398BE}" presName="textRect" presStyleLbl="revTx" presStyleIdx="0" presStyleCnt="3">
        <dgm:presLayoutVars>
          <dgm:chMax val="1"/>
          <dgm:chPref val="1"/>
        </dgm:presLayoutVars>
      </dgm:prSet>
      <dgm:spPr/>
    </dgm:pt>
    <dgm:pt modelId="{EADD431A-B0E4-43CE-80D6-704CD008FB60}" type="pres">
      <dgm:prSet presAssocID="{9C1AA3AC-970F-4748-8779-CA64B2B2F980}" presName="sibTrans" presStyleCnt="0"/>
      <dgm:spPr/>
    </dgm:pt>
    <dgm:pt modelId="{4C4290DB-2D71-40D7-AEF4-E9A539390A76}" type="pres">
      <dgm:prSet presAssocID="{880A1C29-57BC-4314-8B83-F7BC4EC55398}" presName="compNode" presStyleCnt="0"/>
      <dgm:spPr/>
    </dgm:pt>
    <dgm:pt modelId="{236BA056-1664-4F95-8793-5B3DBA12DDE7}" type="pres">
      <dgm:prSet presAssocID="{880A1C29-57BC-4314-8B83-F7BC4EC55398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uzzle"/>
        </a:ext>
      </dgm:extLst>
    </dgm:pt>
    <dgm:pt modelId="{57E616D8-E4E9-47DF-AE66-2C627D427504}" type="pres">
      <dgm:prSet presAssocID="{880A1C29-57BC-4314-8B83-F7BC4EC55398}" presName="spaceRect" presStyleCnt="0"/>
      <dgm:spPr/>
    </dgm:pt>
    <dgm:pt modelId="{B830D5AA-B1A6-40AC-8857-D58619CD0366}" type="pres">
      <dgm:prSet presAssocID="{880A1C29-57BC-4314-8B83-F7BC4EC55398}" presName="textRect" presStyleLbl="revTx" presStyleIdx="1" presStyleCnt="3">
        <dgm:presLayoutVars>
          <dgm:chMax val="1"/>
          <dgm:chPref val="1"/>
        </dgm:presLayoutVars>
      </dgm:prSet>
      <dgm:spPr/>
    </dgm:pt>
    <dgm:pt modelId="{B2A4F8F9-E987-443E-9B99-36DD04AE4069}" type="pres">
      <dgm:prSet presAssocID="{7B93E75A-ED90-47B8-9F41-97EB35CE2D00}" presName="sibTrans" presStyleCnt="0"/>
      <dgm:spPr/>
    </dgm:pt>
    <dgm:pt modelId="{DE5DC082-BEBC-47AD-91F2-6A50A419CFCB}" type="pres">
      <dgm:prSet presAssocID="{74B022CA-4A90-4755-8579-7DA94BCD4248}" presName="compNode" presStyleCnt="0"/>
      <dgm:spPr/>
    </dgm:pt>
    <dgm:pt modelId="{F1DB3D81-7E00-4C9D-8556-4C72C424DC99}" type="pres">
      <dgm:prSet presAssocID="{74B022CA-4A90-4755-8579-7DA94BCD4248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2432D587-0CFA-46F3-84D2-01A8B460272F}" type="pres">
      <dgm:prSet presAssocID="{74B022CA-4A90-4755-8579-7DA94BCD4248}" presName="spaceRect" presStyleCnt="0"/>
      <dgm:spPr/>
    </dgm:pt>
    <dgm:pt modelId="{73159975-1E56-4FBF-A3B8-BB3FC461C293}" type="pres">
      <dgm:prSet presAssocID="{74B022CA-4A90-4755-8579-7DA94BCD4248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9ED625F-573B-455B-8532-53C131C4EDBC}" srcId="{156E5898-4570-452E-8B93-102DB5F82F57}" destId="{74B022CA-4A90-4755-8579-7DA94BCD4248}" srcOrd="2" destOrd="0" parTransId="{3D7854F1-FEF3-481C-B27F-6BED0733D8C1}" sibTransId="{E55942EC-586C-40D7-8A99-684184FBC4CB}"/>
    <dgm:cxn modelId="{D4E2CC64-7559-4D89-8202-AFB9576C9EA9}" srcId="{156E5898-4570-452E-8B93-102DB5F82F57}" destId="{880A1C29-57BC-4314-8B83-F7BC4EC55398}" srcOrd="1" destOrd="0" parTransId="{0A78E38A-E04F-46F8-A246-B40856261BA9}" sibTransId="{7B93E75A-ED90-47B8-9F41-97EB35CE2D00}"/>
    <dgm:cxn modelId="{4F0C4365-11B2-4C0F-8074-63756C4AB746}" type="presOf" srcId="{08A01D3F-EB0D-49FD-A667-9670089398BE}" destId="{603B0015-D5AD-4ED1-A979-A9C715998F49}" srcOrd="0" destOrd="0" presId="urn:microsoft.com/office/officeart/2018/2/layout/IconLabelList"/>
    <dgm:cxn modelId="{D8151A7A-7EBB-4930-BEEE-2F77AC2E468B}" type="presOf" srcId="{74B022CA-4A90-4755-8579-7DA94BCD4248}" destId="{73159975-1E56-4FBF-A3B8-BB3FC461C293}" srcOrd="0" destOrd="0" presId="urn:microsoft.com/office/officeart/2018/2/layout/IconLabelList"/>
    <dgm:cxn modelId="{7D795287-CD6F-4192-A693-65E6B805C2E6}" type="presOf" srcId="{880A1C29-57BC-4314-8B83-F7BC4EC55398}" destId="{B830D5AA-B1A6-40AC-8857-D58619CD0366}" srcOrd="0" destOrd="0" presId="urn:microsoft.com/office/officeart/2018/2/layout/IconLabelList"/>
    <dgm:cxn modelId="{481208F4-1DED-40A6-819B-31A5DC73B95E}" srcId="{156E5898-4570-452E-8B93-102DB5F82F57}" destId="{08A01D3F-EB0D-49FD-A667-9670089398BE}" srcOrd="0" destOrd="0" parTransId="{9A1FB279-4F98-46D4-B48F-8BCBA3656A37}" sibTransId="{9C1AA3AC-970F-4748-8779-CA64B2B2F980}"/>
    <dgm:cxn modelId="{14CDC8F5-3384-400F-8097-829CEAE5006D}" type="presOf" srcId="{156E5898-4570-452E-8B93-102DB5F82F57}" destId="{0991E714-F606-4741-8C59-F128CA6B94C0}" srcOrd="0" destOrd="0" presId="urn:microsoft.com/office/officeart/2018/2/layout/IconLabelList"/>
    <dgm:cxn modelId="{87A1B4F6-82EF-4C1F-BEA5-B8B2909A488D}" type="presParOf" srcId="{0991E714-F606-4741-8C59-F128CA6B94C0}" destId="{0637937B-4868-4B18-B032-27AD25064AED}" srcOrd="0" destOrd="0" presId="urn:microsoft.com/office/officeart/2018/2/layout/IconLabelList"/>
    <dgm:cxn modelId="{5CCD12B5-F2E4-48E8-AE0F-82B8AE702B42}" type="presParOf" srcId="{0637937B-4868-4B18-B032-27AD25064AED}" destId="{463A9DEA-8889-429B-9579-5C9A196DDE48}" srcOrd="0" destOrd="0" presId="urn:microsoft.com/office/officeart/2018/2/layout/IconLabelList"/>
    <dgm:cxn modelId="{C863A995-A855-4BDD-9C77-E6A8A6F4E86C}" type="presParOf" srcId="{0637937B-4868-4B18-B032-27AD25064AED}" destId="{61C40F17-03BE-4C3A-B921-DA26E11178BF}" srcOrd="1" destOrd="0" presId="urn:microsoft.com/office/officeart/2018/2/layout/IconLabelList"/>
    <dgm:cxn modelId="{B1C7BE19-CF85-4F32-B6E0-8F923803A2F5}" type="presParOf" srcId="{0637937B-4868-4B18-B032-27AD25064AED}" destId="{603B0015-D5AD-4ED1-A979-A9C715998F49}" srcOrd="2" destOrd="0" presId="urn:microsoft.com/office/officeart/2018/2/layout/IconLabelList"/>
    <dgm:cxn modelId="{C7C8DCCE-4187-49ED-954A-5434B5D73667}" type="presParOf" srcId="{0991E714-F606-4741-8C59-F128CA6B94C0}" destId="{EADD431A-B0E4-43CE-80D6-704CD008FB60}" srcOrd="1" destOrd="0" presId="urn:microsoft.com/office/officeart/2018/2/layout/IconLabelList"/>
    <dgm:cxn modelId="{3803906A-2416-4958-9477-812AA645C8D6}" type="presParOf" srcId="{0991E714-F606-4741-8C59-F128CA6B94C0}" destId="{4C4290DB-2D71-40D7-AEF4-E9A539390A76}" srcOrd="2" destOrd="0" presId="urn:microsoft.com/office/officeart/2018/2/layout/IconLabelList"/>
    <dgm:cxn modelId="{963E4A0E-7333-4374-8F14-95267AD1EFF5}" type="presParOf" srcId="{4C4290DB-2D71-40D7-AEF4-E9A539390A76}" destId="{236BA056-1664-4F95-8793-5B3DBA12DDE7}" srcOrd="0" destOrd="0" presId="urn:microsoft.com/office/officeart/2018/2/layout/IconLabelList"/>
    <dgm:cxn modelId="{5F3692F5-518F-45C3-B221-8DA6E344BB3B}" type="presParOf" srcId="{4C4290DB-2D71-40D7-AEF4-E9A539390A76}" destId="{57E616D8-E4E9-47DF-AE66-2C627D427504}" srcOrd="1" destOrd="0" presId="urn:microsoft.com/office/officeart/2018/2/layout/IconLabelList"/>
    <dgm:cxn modelId="{334147ED-ED6F-4023-8686-F63C803AA162}" type="presParOf" srcId="{4C4290DB-2D71-40D7-AEF4-E9A539390A76}" destId="{B830D5AA-B1A6-40AC-8857-D58619CD0366}" srcOrd="2" destOrd="0" presId="urn:microsoft.com/office/officeart/2018/2/layout/IconLabelList"/>
    <dgm:cxn modelId="{66DAF05C-8FBE-44A9-8DAC-B06922FDF1D4}" type="presParOf" srcId="{0991E714-F606-4741-8C59-F128CA6B94C0}" destId="{B2A4F8F9-E987-443E-9B99-36DD04AE4069}" srcOrd="3" destOrd="0" presId="urn:microsoft.com/office/officeart/2018/2/layout/IconLabelList"/>
    <dgm:cxn modelId="{2CF59CB5-1343-4362-8263-5129E28925F2}" type="presParOf" srcId="{0991E714-F606-4741-8C59-F128CA6B94C0}" destId="{DE5DC082-BEBC-47AD-91F2-6A50A419CFCB}" srcOrd="4" destOrd="0" presId="urn:microsoft.com/office/officeart/2018/2/layout/IconLabelList"/>
    <dgm:cxn modelId="{BE5DD32F-94C3-4EB0-9B5B-92DB60987606}" type="presParOf" srcId="{DE5DC082-BEBC-47AD-91F2-6A50A419CFCB}" destId="{F1DB3D81-7E00-4C9D-8556-4C72C424DC99}" srcOrd="0" destOrd="0" presId="urn:microsoft.com/office/officeart/2018/2/layout/IconLabelList"/>
    <dgm:cxn modelId="{178F2606-FCB8-4C68-89FE-1DC1F15171CE}" type="presParOf" srcId="{DE5DC082-BEBC-47AD-91F2-6A50A419CFCB}" destId="{2432D587-0CFA-46F3-84D2-01A8B460272F}" srcOrd="1" destOrd="0" presId="urn:microsoft.com/office/officeart/2018/2/layout/IconLabelList"/>
    <dgm:cxn modelId="{494DD33A-603D-4B6C-8869-9DB063616FF7}" type="presParOf" srcId="{DE5DC082-BEBC-47AD-91F2-6A50A419CFCB}" destId="{73159975-1E56-4FBF-A3B8-BB3FC461C293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E82125-3263-434E-810A-57BDAF52A0C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E0855A-CA64-463F-860E-24F6880AE890}" type="pres">
      <dgm:prSet presAssocID="{4AE82125-3263-434E-810A-57BDAF52A0C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BE27F11C-58E6-4B35-8E72-6FE0B99C615D}" type="presOf" srcId="{4AE82125-3263-434E-810A-57BDAF52A0C9}" destId="{2CE0855A-CA64-463F-860E-24F6880AE890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AE82125-3263-434E-810A-57BDAF52A0C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E0855A-CA64-463F-860E-24F6880AE890}" type="pres">
      <dgm:prSet presAssocID="{4AE82125-3263-434E-810A-57BDAF52A0C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BE27F11C-58E6-4B35-8E72-6FE0B99C615D}" type="presOf" srcId="{4AE82125-3263-434E-810A-57BDAF52A0C9}" destId="{2CE0855A-CA64-463F-860E-24F6880AE890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4AE82125-3263-434E-810A-57BDAF52A0C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E0855A-CA64-463F-860E-24F6880AE890}" type="pres">
      <dgm:prSet presAssocID="{4AE82125-3263-434E-810A-57BDAF52A0C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BE27F11C-58E6-4B35-8E72-6FE0B99C615D}" type="presOf" srcId="{4AE82125-3263-434E-810A-57BDAF52A0C9}" destId="{2CE0855A-CA64-463F-860E-24F6880AE890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4AE82125-3263-434E-810A-57BDAF52A0C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E0855A-CA64-463F-860E-24F6880AE890}" type="pres">
      <dgm:prSet presAssocID="{4AE82125-3263-434E-810A-57BDAF52A0C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BE27F11C-58E6-4B35-8E72-6FE0B99C615D}" type="presOf" srcId="{4AE82125-3263-434E-810A-57BDAF52A0C9}" destId="{2CE0855A-CA64-463F-860E-24F6880AE890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4AE82125-3263-434E-810A-57BDAF52A0C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E0855A-CA64-463F-860E-24F6880AE890}" type="pres">
      <dgm:prSet presAssocID="{4AE82125-3263-434E-810A-57BDAF52A0C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BE27F11C-58E6-4B35-8E72-6FE0B99C615D}" type="presOf" srcId="{4AE82125-3263-434E-810A-57BDAF52A0C9}" destId="{2CE0855A-CA64-463F-860E-24F6880AE890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4AE82125-3263-434E-810A-57BDAF52A0C9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2CE0855A-CA64-463F-860E-24F6880AE890}" type="pres">
      <dgm:prSet presAssocID="{4AE82125-3263-434E-810A-57BDAF52A0C9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</dgm:ptLst>
  <dgm:cxnLst>
    <dgm:cxn modelId="{BE27F11C-58E6-4B35-8E72-6FE0B99C615D}" type="presOf" srcId="{4AE82125-3263-434E-810A-57BDAF52A0C9}" destId="{2CE0855A-CA64-463F-860E-24F6880AE890}" srcOrd="0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486123C7-D351-4F61-AAAF-C12920761D19}" type="doc">
      <dgm:prSet loTypeId="urn:microsoft.com/office/officeart/2018/2/layout/IconLabel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8E5B264C-BDFB-4CD8-93B2-65B873FB649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Camera, Voice, and IoT Sensors</a:t>
          </a:r>
        </a:p>
      </dgm:t>
    </dgm:pt>
    <dgm:pt modelId="{003E3B42-1E13-49F9-8312-0F1CEFA11565}" type="parTrans" cxnId="{2F374C42-68BE-4803-8D16-6874827D4BEF}">
      <dgm:prSet/>
      <dgm:spPr/>
      <dgm:t>
        <a:bodyPr/>
        <a:lstStyle/>
        <a:p>
          <a:endParaRPr lang="en-US"/>
        </a:p>
      </dgm:t>
    </dgm:pt>
    <dgm:pt modelId="{154A4F60-A9C5-4F33-893C-4F7EC9A9E9FC}" type="sibTrans" cxnId="{2F374C42-68BE-4803-8D16-6874827D4BEF}">
      <dgm:prSet/>
      <dgm:spPr/>
      <dgm:t>
        <a:bodyPr/>
        <a:lstStyle/>
        <a:p>
          <a:endParaRPr lang="en-US"/>
        </a:p>
      </dgm:t>
    </dgm:pt>
    <dgm:pt modelId="{E4F0FBF7-0FF3-4C35-88A4-C6F880C1B163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DRL, HRI and CV</a:t>
          </a:r>
        </a:p>
      </dgm:t>
    </dgm:pt>
    <dgm:pt modelId="{AC56AE69-0578-478A-B6D8-5AC49E102833}" type="parTrans" cxnId="{85027A01-7BDC-4387-9CDE-3B92E088E412}">
      <dgm:prSet/>
      <dgm:spPr/>
      <dgm:t>
        <a:bodyPr/>
        <a:lstStyle/>
        <a:p>
          <a:endParaRPr lang="en-US"/>
        </a:p>
      </dgm:t>
    </dgm:pt>
    <dgm:pt modelId="{D73AFBBE-54AF-4C2C-B452-AEC730B80D6A}" type="sibTrans" cxnId="{85027A01-7BDC-4387-9CDE-3B92E088E412}">
      <dgm:prSet/>
      <dgm:spPr/>
      <dgm:t>
        <a:bodyPr/>
        <a:lstStyle/>
        <a:p>
          <a:endParaRPr lang="en-US"/>
        </a:p>
      </dgm:t>
    </dgm:pt>
    <dgm:pt modelId="{974BE64C-7C29-4AB7-AB09-D99DEBBACA4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VLA and IoT</a:t>
          </a:r>
        </a:p>
      </dgm:t>
    </dgm:pt>
    <dgm:pt modelId="{2E50B53E-BC6C-4F8D-97CA-6F49B9A4D584}" type="parTrans" cxnId="{189D6FB1-D84A-4599-A37A-40E01E7BE4E9}">
      <dgm:prSet/>
      <dgm:spPr/>
      <dgm:t>
        <a:bodyPr/>
        <a:lstStyle/>
        <a:p>
          <a:endParaRPr lang="en-US"/>
        </a:p>
      </dgm:t>
    </dgm:pt>
    <dgm:pt modelId="{808B99DC-E7BA-4F02-8BD2-097DF2DDDE69}" type="sibTrans" cxnId="{189D6FB1-D84A-4599-A37A-40E01E7BE4E9}">
      <dgm:prSet/>
      <dgm:spPr/>
      <dgm:t>
        <a:bodyPr/>
        <a:lstStyle/>
        <a:p>
          <a:endParaRPr lang="en-US"/>
        </a:p>
      </dgm:t>
    </dgm:pt>
    <dgm:pt modelId="{5C0EC96E-E2DE-49CB-85F6-532C182FF4E5}" type="pres">
      <dgm:prSet presAssocID="{486123C7-D351-4F61-AAAF-C12920761D19}" presName="root" presStyleCnt="0">
        <dgm:presLayoutVars>
          <dgm:dir/>
          <dgm:resizeHandles val="exact"/>
        </dgm:presLayoutVars>
      </dgm:prSet>
      <dgm:spPr/>
    </dgm:pt>
    <dgm:pt modelId="{36FF6EB7-D074-4E7D-9E9A-837962987855}" type="pres">
      <dgm:prSet presAssocID="{8E5B264C-BDFB-4CD8-93B2-65B873FB6499}" presName="compNode" presStyleCnt="0"/>
      <dgm:spPr/>
    </dgm:pt>
    <dgm:pt modelId="{E664E76F-25AB-4F91-9230-AEFCDF44244C}" type="pres">
      <dgm:prSet presAssocID="{8E5B264C-BDFB-4CD8-93B2-65B873FB6499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4DEF3B75-BFEE-4AF9-A3D4-4151178264E8}" type="pres">
      <dgm:prSet presAssocID="{8E5B264C-BDFB-4CD8-93B2-65B873FB6499}" presName="spaceRect" presStyleCnt="0"/>
      <dgm:spPr/>
    </dgm:pt>
    <dgm:pt modelId="{E5777B29-E14C-4A64-B995-32719700543C}" type="pres">
      <dgm:prSet presAssocID="{8E5B264C-BDFB-4CD8-93B2-65B873FB6499}" presName="textRect" presStyleLbl="revTx" presStyleIdx="0" presStyleCnt="3">
        <dgm:presLayoutVars>
          <dgm:chMax val="1"/>
          <dgm:chPref val="1"/>
        </dgm:presLayoutVars>
      </dgm:prSet>
      <dgm:spPr/>
    </dgm:pt>
    <dgm:pt modelId="{096D9AA4-33A7-45AD-A018-BDCC9963B9DA}" type="pres">
      <dgm:prSet presAssocID="{154A4F60-A9C5-4F33-893C-4F7EC9A9E9FC}" presName="sibTrans" presStyleCnt="0"/>
      <dgm:spPr/>
    </dgm:pt>
    <dgm:pt modelId="{0B91AD4C-517E-4CAF-ADAA-7B338E81341F}" type="pres">
      <dgm:prSet presAssocID="{E4F0FBF7-0FF3-4C35-88A4-C6F880C1B163}" presName="compNode" presStyleCnt="0"/>
      <dgm:spPr/>
    </dgm:pt>
    <dgm:pt modelId="{1D3F2D0E-81E0-40D7-B758-2B91208B970E}" type="pres">
      <dgm:prSet presAssocID="{E4F0FBF7-0FF3-4C35-88A4-C6F880C1B163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ecision chart"/>
        </a:ext>
      </dgm:extLst>
    </dgm:pt>
    <dgm:pt modelId="{334E8575-6F95-4DBF-917D-A555B3736F27}" type="pres">
      <dgm:prSet presAssocID="{E4F0FBF7-0FF3-4C35-88A4-C6F880C1B163}" presName="spaceRect" presStyleCnt="0"/>
      <dgm:spPr/>
    </dgm:pt>
    <dgm:pt modelId="{B6AA49C4-F344-42C4-A15E-CA04386FDE09}" type="pres">
      <dgm:prSet presAssocID="{E4F0FBF7-0FF3-4C35-88A4-C6F880C1B163}" presName="textRect" presStyleLbl="revTx" presStyleIdx="1" presStyleCnt="3">
        <dgm:presLayoutVars>
          <dgm:chMax val="1"/>
          <dgm:chPref val="1"/>
        </dgm:presLayoutVars>
      </dgm:prSet>
      <dgm:spPr/>
    </dgm:pt>
    <dgm:pt modelId="{1373BD12-45AC-4FA7-8194-93080503C49C}" type="pres">
      <dgm:prSet presAssocID="{D73AFBBE-54AF-4C2C-B452-AEC730B80D6A}" presName="sibTrans" presStyleCnt="0"/>
      <dgm:spPr/>
    </dgm:pt>
    <dgm:pt modelId="{078F2B7E-6A6E-4D78-8C30-43A8C6B0C20D}" type="pres">
      <dgm:prSet presAssocID="{974BE64C-7C29-4AB7-AB09-D99DEBBACA4D}" presName="compNode" presStyleCnt="0"/>
      <dgm:spPr/>
    </dgm:pt>
    <dgm:pt modelId="{4EBC4630-472A-4A2B-8F4E-0DA158AFC358}" type="pres">
      <dgm:prSet presAssocID="{974BE64C-7C29-4AB7-AB09-D99DEBBACA4D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Pencil"/>
        </a:ext>
      </dgm:extLst>
    </dgm:pt>
    <dgm:pt modelId="{2B481E26-215B-4BA4-9095-A5D15C7D2A8F}" type="pres">
      <dgm:prSet presAssocID="{974BE64C-7C29-4AB7-AB09-D99DEBBACA4D}" presName="spaceRect" presStyleCnt="0"/>
      <dgm:spPr/>
    </dgm:pt>
    <dgm:pt modelId="{C5EF6536-0F92-4458-A4CC-72DCE37DA571}" type="pres">
      <dgm:prSet presAssocID="{974BE64C-7C29-4AB7-AB09-D99DEBBACA4D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D80A4501-FA8A-4338-8E83-A00F91557D0C}" type="presOf" srcId="{974BE64C-7C29-4AB7-AB09-D99DEBBACA4D}" destId="{C5EF6536-0F92-4458-A4CC-72DCE37DA571}" srcOrd="0" destOrd="0" presId="urn:microsoft.com/office/officeart/2018/2/layout/IconLabelList"/>
    <dgm:cxn modelId="{85027A01-7BDC-4387-9CDE-3B92E088E412}" srcId="{486123C7-D351-4F61-AAAF-C12920761D19}" destId="{E4F0FBF7-0FF3-4C35-88A4-C6F880C1B163}" srcOrd="1" destOrd="0" parTransId="{AC56AE69-0578-478A-B6D8-5AC49E102833}" sibTransId="{D73AFBBE-54AF-4C2C-B452-AEC730B80D6A}"/>
    <dgm:cxn modelId="{2F374C42-68BE-4803-8D16-6874827D4BEF}" srcId="{486123C7-D351-4F61-AAAF-C12920761D19}" destId="{8E5B264C-BDFB-4CD8-93B2-65B873FB6499}" srcOrd="0" destOrd="0" parTransId="{003E3B42-1E13-49F9-8312-0F1CEFA11565}" sibTransId="{154A4F60-A9C5-4F33-893C-4F7EC9A9E9FC}"/>
    <dgm:cxn modelId="{7F837F7A-33DE-4E84-AAF8-95F629BBEBFB}" type="presOf" srcId="{486123C7-D351-4F61-AAAF-C12920761D19}" destId="{5C0EC96E-E2DE-49CB-85F6-532C182FF4E5}" srcOrd="0" destOrd="0" presId="urn:microsoft.com/office/officeart/2018/2/layout/IconLabelList"/>
    <dgm:cxn modelId="{6D5726A6-5433-4610-884F-19F49335E46F}" type="presOf" srcId="{E4F0FBF7-0FF3-4C35-88A4-C6F880C1B163}" destId="{B6AA49C4-F344-42C4-A15E-CA04386FDE09}" srcOrd="0" destOrd="0" presId="urn:microsoft.com/office/officeart/2018/2/layout/IconLabelList"/>
    <dgm:cxn modelId="{189D6FB1-D84A-4599-A37A-40E01E7BE4E9}" srcId="{486123C7-D351-4F61-AAAF-C12920761D19}" destId="{974BE64C-7C29-4AB7-AB09-D99DEBBACA4D}" srcOrd="2" destOrd="0" parTransId="{2E50B53E-BC6C-4F8D-97CA-6F49B9A4D584}" sibTransId="{808B99DC-E7BA-4F02-8BD2-097DF2DDDE69}"/>
    <dgm:cxn modelId="{205382EE-7F7F-43CC-8C7A-E89A75F046D3}" type="presOf" srcId="{8E5B264C-BDFB-4CD8-93B2-65B873FB6499}" destId="{E5777B29-E14C-4A64-B995-32719700543C}" srcOrd="0" destOrd="0" presId="urn:microsoft.com/office/officeart/2018/2/layout/IconLabelList"/>
    <dgm:cxn modelId="{C331AC91-DE1A-4478-81A7-7F50AA88F8E9}" type="presParOf" srcId="{5C0EC96E-E2DE-49CB-85F6-532C182FF4E5}" destId="{36FF6EB7-D074-4E7D-9E9A-837962987855}" srcOrd="0" destOrd="0" presId="urn:microsoft.com/office/officeart/2018/2/layout/IconLabelList"/>
    <dgm:cxn modelId="{020935CA-794D-4E38-8E61-01B2B7948816}" type="presParOf" srcId="{36FF6EB7-D074-4E7D-9E9A-837962987855}" destId="{E664E76F-25AB-4F91-9230-AEFCDF44244C}" srcOrd="0" destOrd="0" presId="urn:microsoft.com/office/officeart/2018/2/layout/IconLabelList"/>
    <dgm:cxn modelId="{E40E16F1-E969-48D6-834D-145249ED3923}" type="presParOf" srcId="{36FF6EB7-D074-4E7D-9E9A-837962987855}" destId="{4DEF3B75-BFEE-4AF9-A3D4-4151178264E8}" srcOrd="1" destOrd="0" presId="urn:microsoft.com/office/officeart/2018/2/layout/IconLabelList"/>
    <dgm:cxn modelId="{841853F9-B0E8-4D10-96DA-B515795479F6}" type="presParOf" srcId="{36FF6EB7-D074-4E7D-9E9A-837962987855}" destId="{E5777B29-E14C-4A64-B995-32719700543C}" srcOrd="2" destOrd="0" presId="urn:microsoft.com/office/officeart/2018/2/layout/IconLabelList"/>
    <dgm:cxn modelId="{E107F30B-5E80-4F2E-9173-FDFC7B61C7FE}" type="presParOf" srcId="{5C0EC96E-E2DE-49CB-85F6-532C182FF4E5}" destId="{096D9AA4-33A7-45AD-A018-BDCC9963B9DA}" srcOrd="1" destOrd="0" presId="urn:microsoft.com/office/officeart/2018/2/layout/IconLabelList"/>
    <dgm:cxn modelId="{91ED8932-B787-4023-8608-DA4ED30FA80A}" type="presParOf" srcId="{5C0EC96E-E2DE-49CB-85F6-532C182FF4E5}" destId="{0B91AD4C-517E-4CAF-ADAA-7B338E81341F}" srcOrd="2" destOrd="0" presId="urn:microsoft.com/office/officeart/2018/2/layout/IconLabelList"/>
    <dgm:cxn modelId="{97D6AF69-D6AB-46E3-8687-F47E7001C020}" type="presParOf" srcId="{0B91AD4C-517E-4CAF-ADAA-7B338E81341F}" destId="{1D3F2D0E-81E0-40D7-B758-2B91208B970E}" srcOrd="0" destOrd="0" presId="urn:microsoft.com/office/officeart/2018/2/layout/IconLabelList"/>
    <dgm:cxn modelId="{8AE21B61-92B6-4094-96B5-664261F3C24D}" type="presParOf" srcId="{0B91AD4C-517E-4CAF-ADAA-7B338E81341F}" destId="{334E8575-6F95-4DBF-917D-A555B3736F27}" srcOrd="1" destOrd="0" presId="urn:microsoft.com/office/officeart/2018/2/layout/IconLabelList"/>
    <dgm:cxn modelId="{21646F6F-BA9F-418C-828A-7A64B0C2415D}" type="presParOf" srcId="{0B91AD4C-517E-4CAF-ADAA-7B338E81341F}" destId="{B6AA49C4-F344-42C4-A15E-CA04386FDE09}" srcOrd="2" destOrd="0" presId="urn:microsoft.com/office/officeart/2018/2/layout/IconLabelList"/>
    <dgm:cxn modelId="{DF85F761-B0B9-400E-8403-B1A62231AF78}" type="presParOf" srcId="{5C0EC96E-E2DE-49CB-85F6-532C182FF4E5}" destId="{1373BD12-45AC-4FA7-8194-93080503C49C}" srcOrd="3" destOrd="0" presId="urn:microsoft.com/office/officeart/2018/2/layout/IconLabelList"/>
    <dgm:cxn modelId="{283784DF-1AB1-45E1-8F07-357010F7EA8F}" type="presParOf" srcId="{5C0EC96E-E2DE-49CB-85F6-532C182FF4E5}" destId="{078F2B7E-6A6E-4D78-8C30-43A8C6B0C20D}" srcOrd="4" destOrd="0" presId="urn:microsoft.com/office/officeart/2018/2/layout/IconLabelList"/>
    <dgm:cxn modelId="{0593B4AA-5DD4-4450-8138-6027CEF6C9F2}" type="presParOf" srcId="{078F2B7E-6A6E-4D78-8C30-43A8C6B0C20D}" destId="{4EBC4630-472A-4A2B-8F4E-0DA158AFC358}" srcOrd="0" destOrd="0" presId="urn:microsoft.com/office/officeart/2018/2/layout/IconLabelList"/>
    <dgm:cxn modelId="{1804BC68-C520-4662-9BE7-E4D0649262C4}" type="presParOf" srcId="{078F2B7E-6A6E-4D78-8C30-43A8C6B0C20D}" destId="{2B481E26-215B-4BA4-9095-A5D15C7D2A8F}" srcOrd="1" destOrd="0" presId="urn:microsoft.com/office/officeart/2018/2/layout/IconLabelList"/>
    <dgm:cxn modelId="{9190AE2C-A0D6-4C0B-B57E-6E71C7D750AC}" type="presParOf" srcId="{078F2B7E-6A6E-4D78-8C30-43A8C6B0C20D}" destId="{C5EF6536-0F92-4458-A4CC-72DCE37DA571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4A5B2B25-400F-4D71-872F-6357C5F6EBC6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88AF3CAA-6AB9-4DF1-9965-96A388C1687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</a:t>
          </a:r>
          <a:r>
            <a:rPr lang="en-US">
              <a:latin typeface="Calibri"/>
            </a:rPr>
            <a:t>Sensors-Gas sensor, temperature and humidity sensor, microphone, camera, touch sensor</a:t>
          </a:r>
          <a:endParaRPr lang="en-US"/>
        </a:p>
      </dgm:t>
    </dgm:pt>
    <dgm:pt modelId="{642A1887-AEE7-4487-9A21-C4BC6B5F4B15}" type="parTrans" cxnId="{83FB0A5B-3CE9-4F62-84AD-32D70AB25DDF}">
      <dgm:prSet/>
      <dgm:spPr/>
      <dgm:t>
        <a:bodyPr/>
        <a:lstStyle/>
        <a:p>
          <a:endParaRPr lang="en-US"/>
        </a:p>
      </dgm:t>
    </dgm:pt>
    <dgm:pt modelId="{8753FE08-E9E6-4742-B266-64D9F50A4C1A}" type="sibTrans" cxnId="{83FB0A5B-3CE9-4F62-84AD-32D70AB25DDF}">
      <dgm:prSet/>
      <dgm:spPr/>
      <dgm:t>
        <a:bodyPr/>
        <a:lstStyle/>
        <a:p>
          <a:endParaRPr lang="en-US"/>
        </a:p>
      </dgm:t>
    </dgm:pt>
    <dgm:pt modelId="{B22BCB95-25FB-4C77-96A4-70D35CC4768C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</a:t>
          </a:r>
          <a:r>
            <a:rPr lang="en-US">
              <a:latin typeface="Calibri"/>
            </a:rPr>
            <a:t>bobbing action, waddling motion</a:t>
          </a:r>
          <a:endParaRPr lang="en-US"/>
        </a:p>
      </dgm:t>
    </dgm:pt>
    <dgm:pt modelId="{235FFD2F-751C-4989-B3DF-FF8DAA025E04}" type="parTrans" cxnId="{9779EA74-FD22-471C-AC09-94F94599E6A8}">
      <dgm:prSet/>
      <dgm:spPr/>
      <dgm:t>
        <a:bodyPr/>
        <a:lstStyle/>
        <a:p>
          <a:endParaRPr lang="en-US"/>
        </a:p>
      </dgm:t>
    </dgm:pt>
    <dgm:pt modelId="{4F3B36C3-62F5-4E8A-B793-4932C4EA8AC6}" type="sibTrans" cxnId="{9779EA74-FD22-471C-AC09-94F94599E6A8}">
      <dgm:prSet/>
      <dgm:spPr/>
      <dgm:t>
        <a:bodyPr/>
        <a:lstStyle/>
        <a:p>
          <a:endParaRPr lang="en-US"/>
        </a:p>
      </dgm:t>
    </dgm:pt>
    <dgm:pt modelId="{F7C4C426-49AB-4FC1-B91B-3EFBC02E542A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</a:t>
          </a:r>
          <a:r>
            <a:rPr lang="en-US">
              <a:latin typeface="Calibri"/>
            </a:rPr>
            <a:t>Autonomous control</a:t>
          </a:r>
          <a:endParaRPr lang="en-US"/>
        </a:p>
      </dgm:t>
    </dgm:pt>
    <dgm:pt modelId="{DEDA2194-3FD4-4218-992C-FC9FAC260082}" type="parTrans" cxnId="{E905F294-113B-4882-9774-F8BE9E2ECEF7}">
      <dgm:prSet/>
      <dgm:spPr/>
      <dgm:t>
        <a:bodyPr/>
        <a:lstStyle/>
        <a:p>
          <a:endParaRPr lang="en-US"/>
        </a:p>
      </dgm:t>
    </dgm:pt>
    <dgm:pt modelId="{8762C387-73DA-4E4C-BBF4-97E88C8D830C}" type="sibTrans" cxnId="{E905F294-113B-4882-9774-F8BE9E2ECEF7}">
      <dgm:prSet/>
      <dgm:spPr/>
      <dgm:t>
        <a:bodyPr/>
        <a:lstStyle/>
        <a:p>
          <a:endParaRPr lang="en-US"/>
        </a:p>
      </dgm:t>
    </dgm:pt>
    <dgm:pt modelId="{5B9E9849-CC66-43C1-9B37-B7DACD387F2A}" type="pres">
      <dgm:prSet presAssocID="{4A5B2B25-400F-4D71-872F-6357C5F6EBC6}" presName="root" presStyleCnt="0">
        <dgm:presLayoutVars>
          <dgm:dir/>
          <dgm:resizeHandles val="exact"/>
        </dgm:presLayoutVars>
      </dgm:prSet>
      <dgm:spPr/>
    </dgm:pt>
    <dgm:pt modelId="{44CC2337-1E69-4CCF-90A0-7884C0A19337}" type="pres">
      <dgm:prSet presAssocID="{88AF3CAA-6AB9-4DF1-9965-96A388C16870}" presName="compNode" presStyleCnt="0"/>
      <dgm:spPr/>
    </dgm:pt>
    <dgm:pt modelId="{ADCDA94B-62F3-4EA5-90A1-71B9B66A00AE}" type="pres">
      <dgm:prSet presAssocID="{88AF3CAA-6AB9-4DF1-9965-96A388C16870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99E829D-D2A3-43E6-B361-7945D377FE12}" type="pres">
      <dgm:prSet presAssocID="{88AF3CAA-6AB9-4DF1-9965-96A388C16870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CE46378E-101E-413F-837D-7387276F780A}" type="pres">
      <dgm:prSet presAssocID="{88AF3CAA-6AB9-4DF1-9965-96A388C16870}" presName="spaceRect" presStyleCnt="0"/>
      <dgm:spPr/>
    </dgm:pt>
    <dgm:pt modelId="{DE204B37-C5FB-4CDD-BEFF-E9F03E39C090}" type="pres">
      <dgm:prSet presAssocID="{88AF3CAA-6AB9-4DF1-9965-96A388C16870}" presName="textRect" presStyleLbl="revTx" presStyleIdx="0" presStyleCnt="3">
        <dgm:presLayoutVars>
          <dgm:chMax val="1"/>
          <dgm:chPref val="1"/>
        </dgm:presLayoutVars>
      </dgm:prSet>
      <dgm:spPr/>
    </dgm:pt>
    <dgm:pt modelId="{5AC7FF4A-9498-4FF1-954E-CA152AA3B377}" type="pres">
      <dgm:prSet presAssocID="{8753FE08-E9E6-4742-B266-64D9F50A4C1A}" presName="sibTrans" presStyleCnt="0"/>
      <dgm:spPr/>
    </dgm:pt>
    <dgm:pt modelId="{073F1B47-39CC-4309-9BC7-FB1B71310D93}" type="pres">
      <dgm:prSet presAssocID="{B22BCB95-25FB-4C77-96A4-70D35CC4768C}" presName="compNode" presStyleCnt="0"/>
      <dgm:spPr/>
    </dgm:pt>
    <dgm:pt modelId="{95DDEE8E-6DE8-466E-B448-73B59682A28D}" type="pres">
      <dgm:prSet presAssocID="{B22BCB95-25FB-4C77-96A4-70D35CC4768C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43A191FF-A0D8-4B84-ABE5-0FE6278FF176}" type="pres">
      <dgm:prSet presAssocID="{B22BCB95-25FB-4C77-96A4-70D35CC4768C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ter"/>
        </a:ext>
      </dgm:extLst>
    </dgm:pt>
    <dgm:pt modelId="{42649D6F-D02E-41A2-BBF2-36CA773808BE}" type="pres">
      <dgm:prSet presAssocID="{B22BCB95-25FB-4C77-96A4-70D35CC4768C}" presName="spaceRect" presStyleCnt="0"/>
      <dgm:spPr/>
    </dgm:pt>
    <dgm:pt modelId="{BBC805F4-0048-458E-834E-7837C5B39ECF}" type="pres">
      <dgm:prSet presAssocID="{B22BCB95-25FB-4C77-96A4-70D35CC4768C}" presName="textRect" presStyleLbl="revTx" presStyleIdx="1" presStyleCnt="3">
        <dgm:presLayoutVars>
          <dgm:chMax val="1"/>
          <dgm:chPref val="1"/>
        </dgm:presLayoutVars>
      </dgm:prSet>
      <dgm:spPr/>
    </dgm:pt>
    <dgm:pt modelId="{98ABDB02-7638-4A86-B790-395F3BDB1E60}" type="pres">
      <dgm:prSet presAssocID="{4F3B36C3-62F5-4E8A-B793-4932C4EA8AC6}" presName="sibTrans" presStyleCnt="0"/>
      <dgm:spPr/>
    </dgm:pt>
    <dgm:pt modelId="{A1F7694F-9855-447E-A9A6-75A72856773C}" type="pres">
      <dgm:prSet presAssocID="{F7C4C426-49AB-4FC1-B91B-3EFBC02E542A}" presName="compNode" presStyleCnt="0"/>
      <dgm:spPr/>
    </dgm:pt>
    <dgm:pt modelId="{2180647C-9248-48BD-AF45-FE6E157F3A38}" type="pres">
      <dgm:prSet presAssocID="{F7C4C426-49AB-4FC1-B91B-3EFBC02E542A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F7703306-1099-44C2-8077-2D89A5BC4A6E}" type="pres">
      <dgm:prSet presAssocID="{F7C4C426-49AB-4FC1-B91B-3EFBC02E542A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ame controller"/>
        </a:ext>
      </dgm:extLst>
    </dgm:pt>
    <dgm:pt modelId="{FAE9E496-80FD-4481-8070-AB9B7F63BB2D}" type="pres">
      <dgm:prSet presAssocID="{F7C4C426-49AB-4FC1-B91B-3EFBC02E542A}" presName="spaceRect" presStyleCnt="0"/>
      <dgm:spPr/>
    </dgm:pt>
    <dgm:pt modelId="{D63F0EEA-2422-4EA1-8070-3D058CF6ADAD}" type="pres">
      <dgm:prSet presAssocID="{F7C4C426-49AB-4FC1-B91B-3EFBC02E542A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6AC2A00B-91E6-4E31-B108-26AA26976579}" type="presOf" srcId="{4A5B2B25-400F-4D71-872F-6357C5F6EBC6}" destId="{5B9E9849-CC66-43C1-9B37-B7DACD387F2A}" srcOrd="0" destOrd="0" presId="urn:microsoft.com/office/officeart/2018/5/layout/IconLeafLabelList"/>
    <dgm:cxn modelId="{430ABB2E-B2B4-4B89-8714-3015AA929AF9}" type="presOf" srcId="{88AF3CAA-6AB9-4DF1-9965-96A388C16870}" destId="{DE204B37-C5FB-4CDD-BEFF-E9F03E39C090}" srcOrd="0" destOrd="0" presId="urn:microsoft.com/office/officeart/2018/5/layout/IconLeafLabelList"/>
    <dgm:cxn modelId="{83FB0A5B-3CE9-4F62-84AD-32D70AB25DDF}" srcId="{4A5B2B25-400F-4D71-872F-6357C5F6EBC6}" destId="{88AF3CAA-6AB9-4DF1-9965-96A388C16870}" srcOrd="0" destOrd="0" parTransId="{642A1887-AEE7-4487-9A21-C4BC6B5F4B15}" sibTransId="{8753FE08-E9E6-4742-B266-64D9F50A4C1A}"/>
    <dgm:cxn modelId="{D05BA248-5457-47F6-89CC-C87C07A8409C}" type="presOf" srcId="{F7C4C426-49AB-4FC1-B91B-3EFBC02E542A}" destId="{D63F0EEA-2422-4EA1-8070-3D058CF6ADAD}" srcOrd="0" destOrd="0" presId="urn:microsoft.com/office/officeart/2018/5/layout/IconLeafLabelList"/>
    <dgm:cxn modelId="{9779EA74-FD22-471C-AC09-94F94599E6A8}" srcId="{4A5B2B25-400F-4D71-872F-6357C5F6EBC6}" destId="{B22BCB95-25FB-4C77-96A4-70D35CC4768C}" srcOrd="1" destOrd="0" parTransId="{235FFD2F-751C-4989-B3DF-FF8DAA025E04}" sibTransId="{4F3B36C3-62F5-4E8A-B793-4932C4EA8AC6}"/>
    <dgm:cxn modelId="{E905F294-113B-4882-9774-F8BE9E2ECEF7}" srcId="{4A5B2B25-400F-4D71-872F-6357C5F6EBC6}" destId="{F7C4C426-49AB-4FC1-B91B-3EFBC02E542A}" srcOrd="2" destOrd="0" parTransId="{DEDA2194-3FD4-4218-992C-FC9FAC260082}" sibTransId="{8762C387-73DA-4E4C-BBF4-97E88C8D830C}"/>
    <dgm:cxn modelId="{520380C3-2006-4017-B2C2-277E065B740F}" type="presOf" srcId="{B22BCB95-25FB-4C77-96A4-70D35CC4768C}" destId="{BBC805F4-0048-458E-834E-7837C5B39ECF}" srcOrd="0" destOrd="0" presId="urn:microsoft.com/office/officeart/2018/5/layout/IconLeafLabelList"/>
    <dgm:cxn modelId="{29503C82-8266-4420-8995-2D36E2DF3EB9}" type="presParOf" srcId="{5B9E9849-CC66-43C1-9B37-B7DACD387F2A}" destId="{44CC2337-1E69-4CCF-90A0-7884C0A19337}" srcOrd="0" destOrd="0" presId="urn:microsoft.com/office/officeart/2018/5/layout/IconLeafLabelList"/>
    <dgm:cxn modelId="{1DD97315-FDC5-463E-A57D-F13AF0BE2A89}" type="presParOf" srcId="{44CC2337-1E69-4CCF-90A0-7884C0A19337}" destId="{ADCDA94B-62F3-4EA5-90A1-71B9B66A00AE}" srcOrd="0" destOrd="0" presId="urn:microsoft.com/office/officeart/2018/5/layout/IconLeafLabelList"/>
    <dgm:cxn modelId="{83960BF1-25DC-4DF7-9B62-B5368769B026}" type="presParOf" srcId="{44CC2337-1E69-4CCF-90A0-7884C0A19337}" destId="{099E829D-D2A3-43E6-B361-7945D377FE12}" srcOrd="1" destOrd="0" presId="urn:microsoft.com/office/officeart/2018/5/layout/IconLeafLabelList"/>
    <dgm:cxn modelId="{8CDB1D45-75B1-405E-B981-86F0FE44B87B}" type="presParOf" srcId="{44CC2337-1E69-4CCF-90A0-7884C0A19337}" destId="{CE46378E-101E-413F-837D-7387276F780A}" srcOrd="2" destOrd="0" presId="urn:microsoft.com/office/officeart/2018/5/layout/IconLeafLabelList"/>
    <dgm:cxn modelId="{1EA75165-D572-4583-9DAD-28E3D192EE99}" type="presParOf" srcId="{44CC2337-1E69-4CCF-90A0-7884C0A19337}" destId="{DE204B37-C5FB-4CDD-BEFF-E9F03E39C090}" srcOrd="3" destOrd="0" presId="urn:microsoft.com/office/officeart/2018/5/layout/IconLeafLabelList"/>
    <dgm:cxn modelId="{3A9831D5-3B68-4E8D-8B27-767547671E10}" type="presParOf" srcId="{5B9E9849-CC66-43C1-9B37-B7DACD387F2A}" destId="{5AC7FF4A-9498-4FF1-954E-CA152AA3B377}" srcOrd="1" destOrd="0" presId="urn:microsoft.com/office/officeart/2018/5/layout/IconLeafLabelList"/>
    <dgm:cxn modelId="{93D4E538-B464-4B07-8743-9BEB182EB66C}" type="presParOf" srcId="{5B9E9849-CC66-43C1-9B37-B7DACD387F2A}" destId="{073F1B47-39CC-4309-9BC7-FB1B71310D93}" srcOrd="2" destOrd="0" presId="urn:microsoft.com/office/officeart/2018/5/layout/IconLeafLabelList"/>
    <dgm:cxn modelId="{DF6E3EFD-C4E8-48BD-AFCC-FA12B6564041}" type="presParOf" srcId="{073F1B47-39CC-4309-9BC7-FB1B71310D93}" destId="{95DDEE8E-6DE8-466E-B448-73B59682A28D}" srcOrd="0" destOrd="0" presId="urn:microsoft.com/office/officeart/2018/5/layout/IconLeafLabelList"/>
    <dgm:cxn modelId="{D6CFF70A-FEEA-409C-B8C5-9F22C0FADD47}" type="presParOf" srcId="{073F1B47-39CC-4309-9BC7-FB1B71310D93}" destId="{43A191FF-A0D8-4B84-ABE5-0FE6278FF176}" srcOrd="1" destOrd="0" presId="urn:microsoft.com/office/officeart/2018/5/layout/IconLeafLabelList"/>
    <dgm:cxn modelId="{F273D1FA-E5CC-44EA-B255-17744FE105E6}" type="presParOf" srcId="{073F1B47-39CC-4309-9BC7-FB1B71310D93}" destId="{42649D6F-D02E-41A2-BBF2-36CA773808BE}" srcOrd="2" destOrd="0" presId="urn:microsoft.com/office/officeart/2018/5/layout/IconLeafLabelList"/>
    <dgm:cxn modelId="{B2CCB01B-02AB-46EA-B48E-32344B070E0E}" type="presParOf" srcId="{073F1B47-39CC-4309-9BC7-FB1B71310D93}" destId="{BBC805F4-0048-458E-834E-7837C5B39ECF}" srcOrd="3" destOrd="0" presId="urn:microsoft.com/office/officeart/2018/5/layout/IconLeafLabelList"/>
    <dgm:cxn modelId="{566BF9DD-A9D7-4C91-B678-06033F98A8FE}" type="presParOf" srcId="{5B9E9849-CC66-43C1-9B37-B7DACD387F2A}" destId="{98ABDB02-7638-4A86-B790-395F3BDB1E60}" srcOrd="3" destOrd="0" presId="urn:microsoft.com/office/officeart/2018/5/layout/IconLeafLabelList"/>
    <dgm:cxn modelId="{1F0518FD-48F2-4E36-BB60-B5D6AFFEACD9}" type="presParOf" srcId="{5B9E9849-CC66-43C1-9B37-B7DACD387F2A}" destId="{A1F7694F-9855-447E-A9A6-75A72856773C}" srcOrd="4" destOrd="0" presId="urn:microsoft.com/office/officeart/2018/5/layout/IconLeafLabelList"/>
    <dgm:cxn modelId="{4E2F1132-86A3-4E9F-B4F1-3FC34A50B5E1}" type="presParOf" srcId="{A1F7694F-9855-447E-A9A6-75A72856773C}" destId="{2180647C-9248-48BD-AF45-FE6E157F3A38}" srcOrd="0" destOrd="0" presId="urn:microsoft.com/office/officeart/2018/5/layout/IconLeafLabelList"/>
    <dgm:cxn modelId="{B3AE5C86-7227-4345-953F-7181ED8D9CB8}" type="presParOf" srcId="{A1F7694F-9855-447E-A9A6-75A72856773C}" destId="{F7703306-1099-44C2-8077-2D89A5BC4A6E}" srcOrd="1" destOrd="0" presId="urn:microsoft.com/office/officeart/2018/5/layout/IconLeafLabelList"/>
    <dgm:cxn modelId="{F2E4A9B5-99C6-44F4-981F-1FC8BD18AA87}" type="presParOf" srcId="{A1F7694F-9855-447E-A9A6-75A72856773C}" destId="{FAE9E496-80FD-4481-8070-AB9B7F63BB2D}" srcOrd="2" destOrd="0" presId="urn:microsoft.com/office/officeart/2018/5/layout/IconLeafLabelList"/>
    <dgm:cxn modelId="{BD9BC9C0-D2B4-4F5A-BA3D-F11F337F1014}" type="presParOf" srcId="{A1F7694F-9855-447E-A9A6-75A72856773C}" destId="{D63F0EEA-2422-4EA1-8070-3D058CF6ADA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D6D6D607-F5EC-4F26-A7D7-227C08FF409B}" type="doc">
      <dgm:prSet loTypeId="urn:microsoft.com/office/officeart/2018/5/layout/IconCircleLabel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853E3B8F-F1A3-4360-A4A8-66DF76A367E4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Is it Buildable?</a:t>
          </a:r>
        </a:p>
      </dgm:t>
    </dgm:pt>
    <dgm:pt modelId="{81165299-4788-40D9-AE83-253B95CD36AC}" type="parTrans" cxnId="{DA09B053-02C7-4C36-9DCF-7F2F5337652A}">
      <dgm:prSet/>
      <dgm:spPr/>
      <dgm:t>
        <a:bodyPr/>
        <a:lstStyle/>
        <a:p>
          <a:endParaRPr lang="en-US"/>
        </a:p>
      </dgm:t>
    </dgm:pt>
    <dgm:pt modelId="{88812EEA-1D27-4E18-9C17-6A1A1C05CBDC}" type="sibTrans" cxnId="{DA09B053-02C7-4C36-9DCF-7F2F5337652A}">
      <dgm:prSet/>
      <dgm:spPr/>
      <dgm:t>
        <a:bodyPr/>
        <a:lstStyle/>
        <a:p>
          <a:endParaRPr lang="en-US"/>
        </a:p>
      </dgm:t>
    </dgm:pt>
    <dgm:pt modelId="{E6BD3D3A-57DE-4E18-B2F8-C3469BE73A7B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Designed within typical undergraduate project cost and lab constraints</a:t>
          </a:r>
        </a:p>
      </dgm:t>
    </dgm:pt>
    <dgm:pt modelId="{BB262B81-4944-499C-A7F8-CDFFA50EB872}" type="parTrans" cxnId="{3F43CD47-0E30-4523-8B20-2CEB6FA97814}">
      <dgm:prSet/>
      <dgm:spPr/>
      <dgm:t>
        <a:bodyPr/>
        <a:lstStyle/>
        <a:p>
          <a:endParaRPr lang="en-US"/>
        </a:p>
      </dgm:t>
    </dgm:pt>
    <dgm:pt modelId="{BC5AF430-9EE8-4C67-B1E5-FFBF5CBAA81E}" type="sibTrans" cxnId="{3F43CD47-0E30-4523-8B20-2CEB6FA97814}">
      <dgm:prSet/>
      <dgm:spPr/>
      <dgm:t>
        <a:bodyPr/>
        <a:lstStyle/>
        <a:p>
          <a:endParaRPr lang="en-US"/>
        </a:p>
      </dgm:t>
    </dgm:pt>
    <dgm:pt modelId="{55CA18B6-7B43-44BC-B31A-6FCF7DBBEDC9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Risks &amp; mitigation</a:t>
          </a:r>
        </a:p>
      </dgm:t>
    </dgm:pt>
    <dgm:pt modelId="{03D6D76B-AFE9-4021-861B-88F784B1339C}" type="parTrans" cxnId="{8BBDC1D7-BD88-4BA6-823A-85493AABFB8F}">
      <dgm:prSet/>
      <dgm:spPr/>
      <dgm:t>
        <a:bodyPr/>
        <a:lstStyle/>
        <a:p>
          <a:endParaRPr lang="en-US"/>
        </a:p>
      </dgm:t>
    </dgm:pt>
    <dgm:pt modelId="{BBC86CAD-8D2A-48E8-BACB-8BCEF343BF08}" type="sibTrans" cxnId="{8BBDC1D7-BD88-4BA6-823A-85493AABFB8F}">
      <dgm:prSet/>
      <dgm:spPr/>
      <dgm:t>
        <a:bodyPr/>
        <a:lstStyle/>
        <a:p>
          <a:endParaRPr lang="en-US"/>
        </a:p>
      </dgm:t>
    </dgm:pt>
    <dgm:pt modelId="{6F2084E6-70B9-42EE-BDD8-C0D031FACF11}" type="pres">
      <dgm:prSet presAssocID="{D6D6D607-F5EC-4F26-A7D7-227C08FF409B}" presName="root" presStyleCnt="0">
        <dgm:presLayoutVars>
          <dgm:dir/>
          <dgm:resizeHandles val="exact"/>
        </dgm:presLayoutVars>
      </dgm:prSet>
      <dgm:spPr/>
    </dgm:pt>
    <dgm:pt modelId="{59F58C5D-53FB-428B-B0CB-3C34321C9ADF}" type="pres">
      <dgm:prSet presAssocID="{853E3B8F-F1A3-4360-A4A8-66DF76A367E4}" presName="compNode" presStyleCnt="0"/>
      <dgm:spPr/>
    </dgm:pt>
    <dgm:pt modelId="{8C9795AF-86BC-40A2-BB94-106B3913B57A}" type="pres">
      <dgm:prSet presAssocID="{853E3B8F-F1A3-4360-A4A8-66DF76A367E4}" presName="iconBgRect" presStyleLbl="bgShp" presStyleIdx="0" presStyleCnt="3"/>
      <dgm:spPr/>
    </dgm:pt>
    <dgm:pt modelId="{200F835F-44E6-4B98-8D31-68927AFB7DE6}" type="pres">
      <dgm:prSet presAssocID="{853E3B8F-F1A3-4360-A4A8-66DF76A367E4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41747E4A-2CD4-46F8-86E2-C54A9C0671C6}" type="pres">
      <dgm:prSet presAssocID="{853E3B8F-F1A3-4360-A4A8-66DF76A367E4}" presName="spaceRect" presStyleCnt="0"/>
      <dgm:spPr/>
    </dgm:pt>
    <dgm:pt modelId="{39C69069-7EFD-4D54-AF20-8F1F19BB3EA8}" type="pres">
      <dgm:prSet presAssocID="{853E3B8F-F1A3-4360-A4A8-66DF76A367E4}" presName="textRect" presStyleLbl="revTx" presStyleIdx="0" presStyleCnt="3">
        <dgm:presLayoutVars>
          <dgm:chMax val="1"/>
          <dgm:chPref val="1"/>
        </dgm:presLayoutVars>
      </dgm:prSet>
      <dgm:spPr/>
    </dgm:pt>
    <dgm:pt modelId="{59365FC3-9F89-4507-AD2F-EC6E0F8B7077}" type="pres">
      <dgm:prSet presAssocID="{88812EEA-1D27-4E18-9C17-6A1A1C05CBDC}" presName="sibTrans" presStyleCnt="0"/>
      <dgm:spPr/>
    </dgm:pt>
    <dgm:pt modelId="{5C74FD8B-B70B-446A-B399-E620ECA316F1}" type="pres">
      <dgm:prSet presAssocID="{E6BD3D3A-57DE-4E18-B2F8-C3469BE73A7B}" presName="compNode" presStyleCnt="0"/>
      <dgm:spPr/>
    </dgm:pt>
    <dgm:pt modelId="{96683051-67A2-4C8A-B460-449151EE6C0B}" type="pres">
      <dgm:prSet presAssocID="{E6BD3D3A-57DE-4E18-B2F8-C3469BE73A7B}" presName="iconBgRect" presStyleLbl="bgShp" presStyleIdx="1" presStyleCnt="3"/>
      <dgm:spPr/>
    </dgm:pt>
    <dgm:pt modelId="{383E59BB-092A-40A2-8DF0-421DA7746622}" type="pres">
      <dgm:prSet presAssocID="{E6BD3D3A-57DE-4E18-B2F8-C3469BE73A7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F18FC7FE-43BB-4AFB-AEAE-9C3788DC4698}" type="pres">
      <dgm:prSet presAssocID="{E6BD3D3A-57DE-4E18-B2F8-C3469BE73A7B}" presName="spaceRect" presStyleCnt="0"/>
      <dgm:spPr/>
    </dgm:pt>
    <dgm:pt modelId="{2416CCEB-7D0B-4896-B92C-26593829E98E}" type="pres">
      <dgm:prSet presAssocID="{E6BD3D3A-57DE-4E18-B2F8-C3469BE73A7B}" presName="textRect" presStyleLbl="revTx" presStyleIdx="1" presStyleCnt="3">
        <dgm:presLayoutVars>
          <dgm:chMax val="1"/>
          <dgm:chPref val="1"/>
        </dgm:presLayoutVars>
      </dgm:prSet>
      <dgm:spPr/>
    </dgm:pt>
    <dgm:pt modelId="{1581285E-E50E-4037-B394-641BB6E111CE}" type="pres">
      <dgm:prSet presAssocID="{BC5AF430-9EE8-4C67-B1E5-FFBF5CBAA81E}" presName="sibTrans" presStyleCnt="0"/>
      <dgm:spPr/>
    </dgm:pt>
    <dgm:pt modelId="{EE682818-0955-4748-9539-9EE800DED37C}" type="pres">
      <dgm:prSet presAssocID="{55CA18B6-7B43-44BC-B31A-6FCF7DBBEDC9}" presName="compNode" presStyleCnt="0"/>
      <dgm:spPr/>
    </dgm:pt>
    <dgm:pt modelId="{5F7414BC-D279-4020-B6B3-75123C248B24}" type="pres">
      <dgm:prSet presAssocID="{55CA18B6-7B43-44BC-B31A-6FCF7DBBEDC9}" presName="iconBgRect" presStyleLbl="bgShp" presStyleIdx="2" presStyleCnt="3"/>
      <dgm:spPr/>
    </dgm:pt>
    <dgm:pt modelId="{7A371169-0087-435E-9C16-BA2C7BEC35D3}" type="pres">
      <dgm:prSet presAssocID="{55CA18B6-7B43-44BC-B31A-6FCF7DBBEDC9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arning"/>
        </a:ext>
      </dgm:extLst>
    </dgm:pt>
    <dgm:pt modelId="{D61A9E1C-ACE2-4DE0-868F-0591277E6C6E}" type="pres">
      <dgm:prSet presAssocID="{55CA18B6-7B43-44BC-B31A-6FCF7DBBEDC9}" presName="spaceRect" presStyleCnt="0"/>
      <dgm:spPr/>
    </dgm:pt>
    <dgm:pt modelId="{9D5173AD-3418-47FA-9097-D11521258239}" type="pres">
      <dgm:prSet presAssocID="{55CA18B6-7B43-44BC-B31A-6FCF7DBBEDC9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3B428F04-B88E-4911-8810-AD72359E9803}" type="presOf" srcId="{55CA18B6-7B43-44BC-B31A-6FCF7DBBEDC9}" destId="{9D5173AD-3418-47FA-9097-D11521258239}" srcOrd="0" destOrd="0" presId="urn:microsoft.com/office/officeart/2018/5/layout/IconCircleLabelList"/>
    <dgm:cxn modelId="{3F43CD47-0E30-4523-8B20-2CEB6FA97814}" srcId="{D6D6D607-F5EC-4F26-A7D7-227C08FF409B}" destId="{E6BD3D3A-57DE-4E18-B2F8-C3469BE73A7B}" srcOrd="1" destOrd="0" parTransId="{BB262B81-4944-499C-A7F8-CDFFA50EB872}" sibTransId="{BC5AF430-9EE8-4C67-B1E5-FFBF5CBAA81E}"/>
    <dgm:cxn modelId="{DA09B053-02C7-4C36-9DCF-7F2F5337652A}" srcId="{D6D6D607-F5EC-4F26-A7D7-227C08FF409B}" destId="{853E3B8F-F1A3-4360-A4A8-66DF76A367E4}" srcOrd="0" destOrd="0" parTransId="{81165299-4788-40D9-AE83-253B95CD36AC}" sibTransId="{88812EEA-1D27-4E18-9C17-6A1A1C05CBDC}"/>
    <dgm:cxn modelId="{43F69E75-B09A-4905-9237-F3F12E8D15F3}" type="presOf" srcId="{D6D6D607-F5EC-4F26-A7D7-227C08FF409B}" destId="{6F2084E6-70B9-42EE-BDD8-C0D031FACF11}" srcOrd="0" destOrd="0" presId="urn:microsoft.com/office/officeart/2018/5/layout/IconCircleLabelList"/>
    <dgm:cxn modelId="{6FEFE580-FA09-4106-B8BA-93AE3AE73FB3}" type="presOf" srcId="{E6BD3D3A-57DE-4E18-B2F8-C3469BE73A7B}" destId="{2416CCEB-7D0B-4896-B92C-26593829E98E}" srcOrd="0" destOrd="0" presId="urn:microsoft.com/office/officeart/2018/5/layout/IconCircleLabelList"/>
    <dgm:cxn modelId="{0A3304AF-69AA-4F8A-B8EC-C73EBF66A593}" type="presOf" srcId="{853E3B8F-F1A3-4360-A4A8-66DF76A367E4}" destId="{39C69069-7EFD-4D54-AF20-8F1F19BB3EA8}" srcOrd="0" destOrd="0" presId="urn:microsoft.com/office/officeart/2018/5/layout/IconCircleLabelList"/>
    <dgm:cxn modelId="{8BBDC1D7-BD88-4BA6-823A-85493AABFB8F}" srcId="{D6D6D607-F5EC-4F26-A7D7-227C08FF409B}" destId="{55CA18B6-7B43-44BC-B31A-6FCF7DBBEDC9}" srcOrd="2" destOrd="0" parTransId="{03D6D76B-AFE9-4021-861B-88F784B1339C}" sibTransId="{BBC86CAD-8D2A-48E8-BACB-8BCEF343BF08}"/>
    <dgm:cxn modelId="{C19BA753-5B63-470C-A3C1-F2BBFCCC998F}" type="presParOf" srcId="{6F2084E6-70B9-42EE-BDD8-C0D031FACF11}" destId="{59F58C5D-53FB-428B-B0CB-3C34321C9ADF}" srcOrd="0" destOrd="0" presId="urn:microsoft.com/office/officeart/2018/5/layout/IconCircleLabelList"/>
    <dgm:cxn modelId="{36899489-9B57-4603-96D1-BB6304585592}" type="presParOf" srcId="{59F58C5D-53FB-428B-B0CB-3C34321C9ADF}" destId="{8C9795AF-86BC-40A2-BB94-106B3913B57A}" srcOrd="0" destOrd="0" presId="urn:microsoft.com/office/officeart/2018/5/layout/IconCircleLabelList"/>
    <dgm:cxn modelId="{7A6CD1B7-DC1C-4B36-B6D1-5C50A3A16778}" type="presParOf" srcId="{59F58C5D-53FB-428B-B0CB-3C34321C9ADF}" destId="{200F835F-44E6-4B98-8D31-68927AFB7DE6}" srcOrd="1" destOrd="0" presId="urn:microsoft.com/office/officeart/2018/5/layout/IconCircleLabelList"/>
    <dgm:cxn modelId="{EE1E7102-275F-4FBC-9623-B981DE8D7D9E}" type="presParOf" srcId="{59F58C5D-53FB-428B-B0CB-3C34321C9ADF}" destId="{41747E4A-2CD4-46F8-86E2-C54A9C0671C6}" srcOrd="2" destOrd="0" presId="urn:microsoft.com/office/officeart/2018/5/layout/IconCircleLabelList"/>
    <dgm:cxn modelId="{7DADA8BA-A13B-49E5-85DE-0B1DB1F2F859}" type="presParOf" srcId="{59F58C5D-53FB-428B-B0CB-3C34321C9ADF}" destId="{39C69069-7EFD-4D54-AF20-8F1F19BB3EA8}" srcOrd="3" destOrd="0" presId="urn:microsoft.com/office/officeart/2018/5/layout/IconCircleLabelList"/>
    <dgm:cxn modelId="{30C5CC17-CCC5-45EC-BF32-7DA97BCE53F1}" type="presParOf" srcId="{6F2084E6-70B9-42EE-BDD8-C0D031FACF11}" destId="{59365FC3-9F89-4507-AD2F-EC6E0F8B7077}" srcOrd="1" destOrd="0" presId="urn:microsoft.com/office/officeart/2018/5/layout/IconCircleLabelList"/>
    <dgm:cxn modelId="{969DBCCD-3B86-4E53-AF9F-7DB284B7EEF5}" type="presParOf" srcId="{6F2084E6-70B9-42EE-BDD8-C0D031FACF11}" destId="{5C74FD8B-B70B-446A-B399-E620ECA316F1}" srcOrd="2" destOrd="0" presId="urn:microsoft.com/office/officeart/2018/5/layout/IconCircleLabelList"/>
    <dgm:cxn modelId="{94B1F707-A5F8-4E98-B07B-BD7D5CFA53D9}" type="presParOf" srcId="{5C74FD8B-B70B-446A-B399-E620ECA316F1}" destId="{96683051-67A2-4C8A-B460-449151EE6C0B}" srcOrd="0" destOrd="0" presId="urn:microsoft.com/office/officeart/2018/5/layout/IconCircleLabelList"/>
    <dgm:cxn modelId="{12242CF9-27E5-4C5C-863C-6F66E4093598}" type="presParOf" srcId="{5C74FD8B-B70B-446A-B399-E620ECA316F1}" destId="{383E59BB-092A-40A2-8DF0-421DA7746622}" srcOrd="1" destOrd="0" presId="urn:microsoft.com/office/officeart/2018/5/layout/IconCircleLabelList"/>
    <dgm:cxn modelId="{80AC7A9B-8914-4863-A341-AA227768E6D5}" type="presParOf" srcId="{5C74FD8B-B70B-446A-B399-E620ECA316F1}" destId="{F18FC7FE-43BB-4AFB-AEAE-9C3788DC4698}" srcOrd="2" destOrd="0" presId="urn:microsoft.com/office/officeart/2018/5/layout/IconCircleLabelList"/>
    <dgm:cxn modelId="{FF47FCB4-8654-4F6A-9C03-BDC9B5FF38ED}" type="presParOf" srcId="{5C74FD8B-B70B-446A-B399-E620ECA316F1}" destId="{2416CCEB-7D0B-4896-B92C-26593829E98E}" srcOrd="3" destOrd="0" presId="urn:microsoft.com/office/officeart/2018/5/layout/IconCircleLabelList"/>
    <dgm:cxn modelId="{EB4D7262-61F2-4F9F-B63F-77F41416076E}" type="presParOf" srcId="{6F2084E6-70B9-42EE-BDD8-C0D031FACF11}" destId="{1581285E-E50E-4037-B394-641BB6E111CE}" srcOrd="3" destOrd="0" presId="urn:microsoft.com/office/officeart/2018/5/layout/IconCircleLabelList"/>
    <dgm:cxn modelId="{09544E6A-B5AF-4550-A9F4-D220F8F5AB99}" type="presParOf" srcId="{6F2084E6-70B9-42EE-BDD8-C0D031FACF11}" destId="{EE682818-0955-4748-9539-9EE800DED37C}" srcOrd="4" destOrd="0" presId="urn:microsoft.com/office/officeart/2018/5/layout/IconCircleLabelList"/>
    <dgm:cxn modelId="{7ED45D9E-D821-46DA-8978-06FEBF342CB0}" type="presParOf" srcId="{EE682818-0955-4748-9539-9EE800DED37C}" destId="{5F7414BC-D279-4020-B6B3-75123C248B24}" srcOrd="0" destOrd="0" presId="urn:microsoft.com/office/officeart/2018/5/layout/IconCircleLabelList"/>
    <dgm:cxn modelId="{03B78C33-08C2-4DDC-B9D5-13DAF12A2F24}" type="presParOf" srcId="{EE682818-0955-4748-9539-9EE800DED37C}" destId="{7A371169-0087-435E-9C16-BA2C7BEC35D3}" srcOrd="1" destOrd="0" presId="urn:microsoft.com/office/officeart/2018/5/layout/IconCircleLabelList"/>
    <dgm:cxn modelId="{CEF8B900-7EA6-426F-8FCA-B81FB7A34583}" type="presParOf" srcId="{EE682818-0955-4748-9539-9EE800DED37C}" destId="{D61A9E1C-ACE2-4DE0-868F-0591277E6C6E}" srcOrd="2" destOrd="0" presId="urn:microsoft.com/office/officeart/2018/5/layout/IconCircleLabelList"/>
    <dgm:cxn modelId="{A68664C9-810B-405B-8430-F254D688F004}" type="presParOf" srcId="{EE682818-0955-4748-9539-9EE800DED37C}" destId="{9D5173AD-3418-47FA-9097-D11521258239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936CF6BE-ECFD-422D-985E-015074165C53}" type="doc">
      <dgm:prSet loTypeId="urn:microsoft.com/office/officeart/2008/layout/LinedList" loCatId="list" qsTypeId="urn:microsoft.com/office/officeart/2005/8/quickstyle/simple1" qsCatId="simple" csTypeId="urn:microsoft.com/office/officeart/2005/8/colors/accent0_3" csCatId="mainScheme"/>
      <dgm:spPr/>
      <dgm:t>
        <a:bodyPr/>
        <a:lstStyle/>
        <a:p>
          <a:endParaRPr lang="en-US"/>
        </a:p>
      </dgm:t>
    </dgm:pt>
    <dgm:pt modelId="{ECB7B078-6DF2-4A22-A0CF-28AE33A57216}">
      <dgm:prSet/>
      <dgm:spPr/>
      <dgm:t>
        <a:bodyPr/>
        <a:lstStyle/>
        <a:p>
          <a:r>
            <a:rPr lang="en-US"/>
            <a:t>• What will be demonstrated</a:t>
          </a:r>
        </a:p>
      </dgm:t>
    </dgm:pt>
    <dgm:pt modelId="{EBF32057-E2CD-4E0A-90EA-4C8799C6639F}" type="parTrans" cxnId="{E8ADA4B4-6DE6-468B-ACF7-E3580D0B0F45}">
      <dgm:prSet/>
      <dgm:spPr/>
      <dgm:t>
        <a:bodyPr/>
        <a:lstStyle/>
        <a:p>
          <a:endParaRPr lang="en-US"/>
        </a:p>
      </dgm:t>
    </dgm:pt>
    <dgm:pt modelId="{EEAFE4AB-AADC-45BB-BFC6-D13E3C4A7502}" type="sibTrans" cxnId="{E8ADA4B4-6DE6-468B-ACF7-E3580D0B0F45}">
      <dgm:prSet/>
      <dgm:spPr/>
      <dgm:t>
        <a:bodyPr/>
        <a:lstStyle/>
        <a:p>
          <a:endParaRPr lang="en-US"/>
        </a:p>
      </dgm:t>
    </dgm:pt>
    <dgm:pt modelId="{DC891A49-0B53-44BB-8A7B-37CDD75E2CEC}">
      <dgm:prSet/>
      <dgm:spPr/>
      <dgm:t>
        <a:bodyPr/>
        <a:lstStyle/>
        <a:p>
          <a:r>
            <a:rPr lang="en-US"/>
            <a:t>• Simulation/mock-up plan</a:t>
          </a:r>
        </a:p>
      </dgm:t>
    </dgm:pt>
    <dgm:pt modelId="{AD542B2B-E644-4131-BDC0-2F99797F4BC1}" type="parTrans" cxnId="{5A68B2B5-FA2A-4876-8BC6-6C703A44405D}">
      <dgm:prSet/>
      <dgm:spPr/>
      <dgm:t>
        <a:bodyPr/>
        <a:lstStyle/>
        <a:p>
          <a:endParaRPr lang="en-US"/>
        </a:p>
      </dgm:t>
    </dgm:pt>
    <dgm:pt modelId="{FCBE75AA-470D-419A-8E28-41FC800339A0}" type="sibTrans" cxnId="{5A68B2B5-FA2A-4876-8BC6-6C703A44405D}">
      <dgm:prSet/>
      <dgm:spPr/>
      <dgm:t>
        <a:bodyPr/>
        <a:lstStyle/>
        <a:p>
          <a:endParaRPr lang="en-US"/>
        </a:p>
      </dgm:t>
    </dgm:pt>
    <dgm:pt modelId="{341241AA-64CE-4935-8E86-0E7CE10626AF}">
      <dgm:prSet/>
      <dgm:spPr/>
      <dgm:t>
        <a:bodyPr/>
        <a:lstStyle/>
        <a:p>
          <a:r>
            <a:rPr lang="en-US"/>
            <a:t>• Expected output</a:t>
          </a:r>
        </a:p>
      </dgm:t>
    </dgm:pt>
    <dgm:pt modelId="{6A8C2084-8C2F-4D29-B9FE-BB8549CED797}" type="parTrans" cxnId="{5F99D6F9-EDF0-41CC-84CC-FCBCDD6D2194}">
      <dgm:prSet/>
      <dgm:spPr/>
      <dgm:t>
        <a:bodyPr/>
        <a:lstStyle/>
        <a:p>
          <a:endParaRPr lang="en-US"/>
        </a:p>
      </dgm:t>
    </dgm:pt>
    <dgm:pt modelId="{4D7BBD53-0C92-4AC5-9157-0C9E6E0FA96F}" type="sibTrans" cxnId="{5F99D6F9-EDF0-41CC-84CC-FCBCDD6D2194}">
      <dgm:prSet/>
      <dgm:spPr/>
      <dgm:t>
        <a:bodyPr/>
        <a:lstStyle/>
        <a:p>
          <a:endParaRPr lang="en-US"/>
        </a:p>
      </dgm:t>
    </dgm:pt>
    <dgm:pt modelId="{777ACA67-FEED-4E80-AD95-2469BD523697}" type="pres">
      <dgm:prSet presAssocID="{936CF6BE-ECFD-422D-985E-015074165C53}" presName="vert0" presStyleCnt="0">
        <dgm:presLayoutVars>
          <dgm:dir/>
          <dgm:animOne val="branch"/>
          <dgm:animLvl val="lvl"/>
        </dgm:presLayoutVars>
      </dgm:prSet>
      <dgm:spPr/>
    </dgm:pt>
    <dgm:pt modelId="{D6BCA327-A3E1-4776-900C-1630304273AD}" type="pres">
      <dgm:prSet presAssocID="{ECB7B078-6DF2-4A22-A0CF-28AE33A57216}" presName="thickLine" presStyleLbl="alignNode1" presStyleIdx="0" presStyleCnt="3"/>
      <dgm:spPr/>
    </dgm:pt>
    <dgm:pt modelId="{B17B83DC-1789-4D36-AD8B-A91138317215}" type="pres">
      <dgm:prSet presAssocID="{ECB7B078-6DF2-4A22-A0CF-28AE33A57216}" presName="horz1" presStyleCnt="0"/>
      <dgm:spPr/>
    </dgm:pt>
    <dgm:pt modelId="{6DE9B4FA-D97B-447B-8F6D-E83F27945FC1}" type="pres">
      <dgm:prSet presAssocID="{ECB7B078-6DF2-4A22-A0CF-28AE33A57216}" presName="tx1" presStyleLbl="revTx" presStyleIdx="0" presStyleCnt="3"/>
      <dgm:spPr/>
    </dgm:pt>
    <dgm:pt modelId="{F68991A8-E4C4-443A-8B0A-3D97D8FD9CAA}" type="pres">
      <dgm:prSet presAssocID="{ECB7B078-6DF2-4A22-A0CF-28AE33A57216}" presName="vert1" presStyleCnt="0"/>
      <dgm:spPr/>
    </dgm:pt>
    <dgm:pt modelId="{5F90123A-77BE-4CE0-891F-F921C849D5AB}" type="pres">
      <dgm:prSet presAssocID="{DC891A49-0B53-44BB-8A7B-37CDD75E2CEC}" presName="thickLine" presStyleLbl="alignNode1" presStyleIdx="1" presStyleCnt="3"/>
      <dgm:spPr/>
    </dgm:pt>
    <dgm:pt modelId="{1082ABF6-4523-4DAB-B7A9-AC7A73970933}" type="pres">
      <dgm:prSet presAssocID="{DC891A49-0B53-44BB-8A7B-37CDD75E2CEC}" presName="horz1" presStyleCnt="0"/>
      <dgm:spPr/>
    </dgm:pt>
    <dgm:pt modelId="{277FD3E1-0429-47A4-9623-D736F044E54B}" type="pres">
      <dgm:prSet presAssocID="{DC891A49-0B53-44BB-8A7B-37CDD75E2CEC}" presName="tx1" presStyleLbl="revTx" presStyleIdx="1" presStyleCnt="3"/>
      <dgm:spPr/>
    </dgm:pt>
    <dgm:pt modelId="{192225B5-629C-4972-ABD3-0EAE4FFE2683}" type="pres">
      <dgm:prSet presAssocID="{DC891A49-0B53-44BB-8A7B-37CDD75E2CEC}" presName="vert1" presStyleCnt="0"/>
      <dgm:spPr/>
    </dgm:pt>
    <dgm:pt modelId="{561CB284-487C-437E-9F9D-C2A7ED0B5AD2}" type="pres">
      <dgm:prSet presAssocID="{341241AA-64CE-4935-8E86-0E7CE10626AF}" presName="thickLine" presStyleLbl="alignNode1" presStyleIdx="2" presStyleCnt="3"/>
      <dgm:spPr/>
    </dgm:pt>
    <dgm:pt modelId="{D693434B-435A-4868-8F29-D32E5584C446}" type="pres">
      <dgm:prSet presAssocID="{341241AA-64CE-4935-8E86-0E7CE10626AF}" presName="horz1" presStyleCnt="0"/>
      <dgm:spPr/>
    </dgm:pt>
    <dgm:pt modelId="{752C1B7E-BBCF-44FB-9D2D-1837DF9FBBF5}" type="pres">
      <dgm:prSet presAssocID="{341241AA-64CE-4935-8E86-0E7CE10626AF}" presName="tx1" presStyleLbl="revTx" presStyleIdx="2" presStyleCnt="3"/>
      <dgm:spPr/>
    </dgm:pt>
    <dgm:pt modelId="{BE5788A9-C1DB-4A43-B7EA-37B01F316051}" type="pres">
      <dgm:prSet presAssocID="{341241AA-64CE-4935-8E86-0E7CE10626AF}" presName="vert1" presStyleCnt="0"/>
      <dgm:spPr/>
    </dgm:pt>
  </dgm:ptLst>
  <dgm:cxnLst>
    <dgm:cxn modelId="{98BABD40-0573-4A6F-90B9-6EF88EE19F66}" type="presOf" srcId="{341241AA-64CE-4935-8E86-0E7CE10626AF}" destId="{752C1B7E-BBCF-44FB-9D2D-1837DF9FBBF5}" srcOrd="0" destOrd="0" presId="urn:microsoft.com/office/officeart/2008/layout/LinedList"/>
    <dgm:cxn modelId="{4DFDBA89-8827-4D62-A922-0AFF3ADC3FC9}" type="presOf" srcId="{DC891A49-0B53-44BB-8A7B-37CDD75E2CEC}" destId="{277FD3E1-0429-47A4-9623-D736F044E54B}" srcOrd="0" destOrd="0" presId="urn:microsoft.com/office/officeart/2008/layout/LinedList"/>
    <dgm:cxn modelId="{E8ADA4B4-6DE6-468B-ACF7-E3580D0B0F45}" srcId="{936CF6BE-ECFD-422D-985E-015074165C53}" destId="{ECB7B078-6DF2-4A22-A0CF-28AE33A57216}" srcOrd="0" destOrd="0" parTransId="{EBF32057-E2CD-4E0A-90EA-4C8799C6639F}" sibTransId="{EEAFE4AB-AADC-45BB-BFC6-D13E3C4A7502}"/>
    <dgm:cxn modelId="{5A68B2B5-FA2A-4876-8BC6-6C703A44405D}" srcId="{936CF6BE-ECFD-422D-985E-015074165C53}" destId="{DC891A49-0B53-44BB-8A7B-37CDD75E2CEC}" srcOrd="1" destOrd="0" parTransId="{AD542B2B-E644-4131-BDC0-2F99797F4BC1}" sibTransId="{FCBE75AA-470D-419A-8E28-41FC800339A0}"/>
    <dgm:cxn modelId="{FB480FB8-6AF6-4DDD-8BBD-EEAF92AEA319}" type="presOf" srcId="{936CF6BE-ECFD-422D-985E-015074165C53}" destId="{777ACA67-FEED-4E80-AD95-2469BD523697}" srcOrd="0" destOrd="0" presId="urn:microsoft.com/office/officeart/2008/layout/LinedList"/>
    <dgm:cxn modelId="{5F99D6F9-EDF0-41CC-84CC-FCBCDD6D2194}" srcId="{936CF6BE-ECFD-422D-985E-015074165C53}" destId="{341241AA-64CE-4935-8E86-0E7CE10626AF}" srcOrd="2" destOrd="0" parTransId="{6A8C2084-8C2F-4D29-B9FE-BB8549CED797}" sibTransId="{4D7BBD53-0C92-4AC5-9157-0C9E6E0FA96F}"/>
    <dgm:cxn modelId="{209263FD-7B75-4B0D-8108-6A31F289D6CD}" type="presOf" srcId="{ECB7B078-6DF2-4A22-A0CF-28AE33A57216}" destId="{6DE9B4FA-D97B-447B-8F6D-E83F27945FC1}" srcOrd="0" destOrd="0" presId="urn:microsoft.com/office/officeart/2008/layout/LinedList"/>
    <dgm:cxn modelId="{440B2091-4BFA-4689-A3AE-7747D5188A20}" type="presParOf" srcId="{777ACA67-FEED-4E80-AD95-2469BD523697}" destId="{D6BCA327-A3E1-4776-900C-1630304273AD}" srcOrd="0" destOrd="0" presId="urn:microsoft.com/office/officeart/2008/layout/LinedList"/>
    <dgm:cxn modelId="{50F9C4BC-BB8E-45B9-81A8-ECDE30E42DB3}" type="presParOf" srcId="{777ACA67-FEED-4E80-AD95-2469BD523697}" destId="{B17B83DC-1789-4D36-AD8B-A91138317215}" srcOrd="1" destOrd="0" presId="urn:microsoft.com/office/officeart/2008/layout/LinedList"/>
    <dgm:cxn modelId="{929E5CDB-7B09-45CA-8082-05F28AED621D}" type="presParOf" srcId="{B17B83DC-1789-4D36-AD8B-A91138317215}" destId="{6DE9B4FA-D97B-447B-8F6D-E83F27945FC1}" srcOrd="0" destOrd="0" presId="urn:microsoft.com/office/officeart/2008/layout/LinedList"/>
    <dgm:cxn modelId="{BE4187D9-0AFB-4F5A-8139-29360099EA96}" type="presParOf" srcId="{B17B83DC-1789-4D36-AD8B-A91138317215}" destId="{F68991A8-E4C4-443A-8B0A-3D97D8FD9CAA}" srcOrd="1" destOrd="0" presId="urn:microsoft.com/office/officeart/2008/layout/LinedList"/>
    <dgm:cxn modelId="{434B8D08-8864-4D15-B6F7-C3A5DC7B9855}" type="presParOf" srcId="{777ACA67-FEED-4E80-AD95-2469BD523697}" destId="{5F90123A-77BE-4CE0-891F-F921C849D5AB}" srcOrd="2" destOrd="0" presId="urn:microsoft.com/office/officeart/2008/layout/LinedList"/>
    <dgm:cxn modelId="{F53F4534-95D1-43C6-B846-C56F926B1073}" type="presParOf" srcId="{777ACA67-FEED-4E80-AD95-2469BD523697}" destId="{1082ABF6-4523-4DAB-B7A9-AC7A73970933}" srcOrd="3" destOrd="0" presId="urn:microsoft.com/office/officeart/2008/layout/LinedList"/>
    <dgm:cxn modelId="{18C23D7E-9CAB-485E-9C59-795C705E34E4}" type="presParOf" srcId="{1082ABF6-4523-4DAB-B7A9-AC7A73970933}" destId="{277FD3E1-0429-47A4-9623-D736F044E54B}" srcOrd="0" destOrd="0" presId="urn:microsoft.com/office/officeart/2008/layout/LinedList"/>
    <dgm:cxn modelId="{5D965F97-AFF8-4925-A9A1-43167626CC78}" type="presParOf" srcId="{1082ABF6-4523-4DAB-B7A9-AC7A73970933}" destId="{192225B5-629C-4972-ABD3-0EAE4FFE2683}" srcOrd="1" destOrd="0" presId="urn:microsoft.com/office/officeart/2008/layout/LinedList"/>
    <dgm:cxn modelId="{7DCD72B7-0B0A-42FA-9F61-FD39E42EB291}" type="presParOf" srcId="{777ACA67-FEED-4E80-AD95-2469BD523697}" destId="{561CB284-487C-437E-9F9D-C2A7ED0B5AD2}" srcOrd="4" destOrd="0" presId="urn:microsoft.com/office/officeart/2008/layout/LinedList"/>
    <dgm:cxn modelId="{61974128-8B94-4973-8484-B13809C4FB12}" type="presParOf" srcId="{777ACA67-FEED-4E80-AD95-2469BD523697}" destId="{D693434B-435A-4868-8F29-D32E5584C446}" srcOrd="5" destOrd="0" presId="urn:microsoft.com/office/officeart/2008/layout/LinedList"/>
    <dgm:cxn modelId="{09F7C1D3-2CF8-406A-BF2F-68FABE06BC13}" type="presParOf" srcId="{D693434B-435A-4868-8F29-D32E5584C446}" destId="{752C1B7E-BBCF-44FB-9D2D-1837DF9FBBF5}" srcOrd="0" destOrd="0" presId="urn:microsoft.com/office/officeart/2008/layout/LinedList"/>
    <dgm:cxn modelId="{38243A7E-AE6D-4739-BEED-989DFB64BD50}" type="presParOf" srcId="{D693434B-435A-4868-8F29-D32E5584C446}" destId="{BE5788A9-C1DB-4A43-B7EA-37B01F316051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CCA7576C-FC1E-4365-9052-AC390EE6BE66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DC3BAF8-CC37-4C6C-B820-75F20867FCB8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Novelty</a:t>
          </a:r>
        </a:p>
      </dgm:t>
    </dgm:pt>
    <dgm:pt modelId="{49737F13-F3AC-4835-8FDF-9DD1A6782228}" type="parTrans" cxnId="{23FFC043-6B02-469E-88BA-E333D16D2D33}">
      <dgm:prSet/>
      <dgm:spPr/>
      <dgm:t>
        <a:bodyPr/>
        <a:lstStyle/>
        <a:p>
          <a:endParaRPr lang="en-US"/>
        </a:p>
      </dgm:t>
    </dgm:pt>
    <dgm:pt modelId="{C39F111B-2AE9-4598-9BBF-D1A8C2699D65}" type="sibTrans" cxnId="{23FFC043-6B02-469E-88BA-E333D16D2D33}">
      <dgm:prSet/>
      <dgm:spPr/>
      <dgm:t>
        <a:bodyPr/>
        <a:lstStyle/>
        <a:p>
          <a:endParaRPr lang="en-US"/>
        </a:p>
      </dgm:t>
    </dgm:pt>
    <dgm:pt modelId="{231F2ECC-FA4D-427C-B488-86833C613A62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Multi-domain application</a:t>
          </a:r>
        </a:p>
      </dgm:t>
    </dgm:pt>
    <dgm:pt modelId="{8A016CE2-D75B-444C-B745-2AC8A16CDB53}" type="parTrans" cxnId="{52FDDAA8-4AC8-4596-9425-CE7932E1C509}">
      <dgm:prSet/>
      <dgm:spPr/>
      <dgm:t>
        <a:bodyPr/>
        <a:lstStyle/>
        <a:p>
          <a:endParaRPr lang="en-US"/>
        </a:p>
      </dgm:t>
    </dgm:pt>
    <dgm:pt modelId="{9E4EEE05-DFE6-47C9-AEBA-D0123E2AE71D}" type="sibTrans" cxnId="{52FDDAA8-4AC8-4596-9425-CE7932E1C509}">
      <dgm:prSet/>
      <dgm:spPr/>
      <dgm:t>
        <a:bodyPr/>
        <a:lstStyle/>
        <a:p>
          <a:endParaRPr lang="en-US"/>
        </a:p>
      </dgm:t>
    </dgm:pt>
    <dgm:pt modelId="{26F608BF-3F9B-4AD4-B86F-9A57FAE5808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• Sustainability aspects</a:t>
          </a:r>
        </a:p>
      </dgm:t>
    </dgm:pt>
    <dgm:pt modelId="{405DD8A9-9D09-4DE3-AAD4-88BED84B4B66}" type="parTrans" cxnId="{9CFD88E5-1D41-4A86-9D35-FB8BE104E941}">
      <dgm:prSet/>
      <dgm:spPr/>
      <dgm:t>
        <a:bodyPr/>
        <a:lstStyle/>
        <a:p>
          <a:endParaRPr lang="en-US"/>
        </a:p>
      </dgm:t>
    </dgm:pt>
    <dgm:pt modelId="{0536001F-4438-4614-BC70-69F753D67A4D}" type="sibTrans" cxnId="{9CFD88E5-1D41-4A86-9D35-FB8BE104E941}">
      <dgm:prSet/>
      <dgm:spPr/>
      <dgm:t>
        <a:bodyPr/>
        <a:lstStyle/>
        <a:p>
          <a:endParaRPr lang="en-US"/>
        </a:p>
      </dgm:t>
    </dgm:pt>
    <dgm:pt modelId="{42BBA5BE-CD8A-445E-8C70-D02D2DCE3DDF}" type="pres">
      <dgm:prSet presAssocID="{CCA7576C-FC1E-4365-9052-AC390EE6BE66}" presName="root" presStyleCnt="0">
        <dgm:presLayoutVars>
          <dgm:dir/>
          <dgm:resizeHandles val="exact"/>
        </dgm:presLayoutVars>
      </dgm:prSet>
      <dgm:spPr/>
    </dgm:pt>
    <dgm:pt modelId="{593E3DBC-4D73-4D41-98BA-CD1EA588E6E2}" type="pres">
      <dgm:prSet presAssocID="{2DC3BAF8-CC37-4C6C-B820-75F20867FCB8}" presName="compNode" presStyleCnt="0"/>
      <dgm:spPr/>
    </dgm:pt>
    <dgm:pt modelId="{146EBEDE-8393-42FF-A207-10BBC0A1FD6A}" type="pres">
      <dgm:prSet presAssocID="{2DC3BAF8-CC37-4C6C-B820-75F20867FCB8}" presName="bgRect" presStyleLbl="bgShp" presStyleIdx="0" presStyleCnt="3"/>
      <dgm:spPr/>
    </dgm:pt>
    <dgm:pt modelId="{3F1C29EC-0570-45AC-B426-D20FA01B27F8}" type="pres">
      <dgm:prSet presAssocID="{2DC3BAF8-CC37-4C6C-B820-75F20867FCB8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Explosion"/>
        </a:ext>
      </dgm:extLst>
    </dgm:pt>
    <dgm:pt modelId="{4CE050E9-7AF1-4425-ACCE-1E4DA81269C8}" type="pres">
      <dgm:prSet presAssocID="{2DC3BAF8-CC37-4C6C-B820-75F20867FCB8}" presName="spaceRect" presStyleCnt="0"/>
      <dgm:spPr/>
    </dgm:pt>
    <dgm:pt modelId="{C6910094-E156-4470-B27F-65AC286E4556}" type="pres">
      <dgm:prSet presAssocID="{2DC3BAF8-CC37-4C6C-B820-75F20867FCB8}" presName="parTx" presStyleLbl="revTx" presStyleIdx="0" presStyleCnt="3">
        <dgm:presLayoutVars>
          <dgm:chMax val="0"/>
          <dgm:chPref val="0"/>
        </dgm:presLayoutVars>
      </dgm:prSet>
      <dgm:spPr/>
    </dgm:pt>
    <dgm:pt modelId="{691B0089-9BCC-4B74-A124-1A117F6AF6C9}" type="pres">
      <dgm:prSet presAssocID="{C39F111B-2AE9-4598-9BBF-D1A8C2699D65}" presName="sibTrans" presStyleCnt="0"/>
      <dgm:spPr/>
    </dgm:pt>
    <dgm:pt modelId="{88399188-0897-4C1B-A666-40487690DC22}" type="pres">
      <dgm:prSet presAssocID="{231F2ECC-FA4D-427C-B488-86833C613A62}" presName="compNode" presStyleCnt="0"/>
      <dgm:spPr/>
    </dgm:pt>
    <dgm:pt modelId="{A82E6649-B8F6-431B-996E-34863868B8BC}" type="pres">
      <dgm:prSet presAssocID="{231F2ECC-FA4D-427C-B488-86833C613A62}" presName="bgRect" presStyleLbl="bgShp" presStyleIdx="1" presStyleCnt="3"/>
      <dgm:spPr/>
    </dgm:pt>
    <dgm:pt modelId="{28531CF5-EEA9-4C21-A8F5-ACD78F1210A0}" type="pres">
      <dgm:prSet presAssocID="{231F2ECC-FA4D-427C-B488-86833C613A62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erver"/>
        </a:ext>
      </dgm:extLst>
    </dgm:pt>
    <dgm:pt modelId="{7C0869AC-9BAA-48C8-A52C-1079173C3381}" type="pres">
      <dgm:prSet presAssocID="{231F2ECC-FA4D-427C-B488-86833C613A62}" presName="spaceRect" presStyleCnt="0"/>
      <dgm:spPr/>
    </dgm:pt>
    <dgm:pt modelId="{A8D33348-A76F-4E96-834B-79C6071945AF}" type="pres">
      <dgm:prSet presAssocID="{231F2ECC-FA4D-427C-B488-86833C613A62}" presName="parTx" presStyleLbl="revTx" presStyleIdx="1" presStyleCnt="3">
        <dgm:presLayoutVars>
          <dgm:chMax val="0"/>
          <dgm:chPref val="0"/>
        </dgm:presLayoutVars>
      </dgm:prSet>
      <dgm:spPr/>
    </dgm:pt>
    <dgm:pt modelId="{99245061-F746-471C-A81E-38A3DA1CE849}" type="pres">
      <dgm:prSet presAssocID="{9E4EEE05-DFE6-47C9-AEBA-D0123E2AE71D}" presName="sibTrans" presStyleCnt="0"/>
      <dgm:spPr/>
    </dgm:pt>
    <dgm:pt modelId="{C1B3D00F-F3BA-4C30-93FE-E23CE9ED63C4}" type="pres">
      <dgm:prSet presAssocID="{26F608BF-3F9B-4AD4-B86F-9A57FAE58080}" presName="compNode" presStyleCnt="0"/>
      <dgm:spPr/>
    </dgm:pt>
    <dgm:pt modelId="{5E42B371-7F88-49C4-9A15-5D0EE27D30AD}" type="pres">
      <dgm:prSet presAssocID="{26F608BF-3F9B-4AD4-B86F-9A57FAE58080}" presName="bgRect" presStyleLbl="bgShp" presStyleIdx="2" presStyleCnt="3"/>
      <dgm:spPr/>
    </dgm:pt>
    <dgm:pt modelId="{3EE01E96-2AF0-44CD-BA0B-0DE3C946D6CB}" type="pres">
      <dgm:prSet presAssocID="{26F608BF-3F9B-4AD4-B86F-9A57FAE5808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stainability"/>
        </a:ext>
      </dgm:extLst>
    </dgm:pt>
    <dgm:pt modelId="{6D83B521-9FB5-4103-A0C1-A925DF5797D8}" type="pres">
      <dgm:prSet presAssocID="{26F608BF-3F9B-4AD4-B86F-9A57FAE58080}" presName="spaceRect" presStyleCnt="0"/>
      <dgm:spPr/>
    </dgm:pt>
    <dgm:pt modelId="{D663744B-1839-4A1B-A7D4-A28921DF21EC}" type="pres">
      <dgm:prSet presAssocID="{26F608BF-3F9B-4AD4-B86F-9A57FAE58080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64CD2600-05F0-41F7-A8CD-B41660B556AA}" type="presOf" srcId="{26F608BF-3F9B-4AD4-B86F-9A57FAE58080}" destId="{D663744B-1839-4A1B-A7D4-A28921DF21EC}" srcOrd="0" destOrd="0" presId="urn:microsoft.com/office/officeart/2018/2/layout/IconVerticalSolidList"/>
    <dgm:cxn modelId="{23FFC043-6B02-469E-88BA-E333D16D2D33}" srcId="{CCA7576C-FC1E-4365-9052-AC390EE6BE66}" destId="{2DC3BAF8-CC37-4C6C-B820-75F20867FCB8}" srcOrd="0" destOrd="0" parTransId="{49737F13-F3AC-4835-8FDF-9DD1A6782228}" sibTransId="{C39F111B-2AE9-4598-9BBF-D1A8C2699D65}"/>
    <dgm:cxn modelId="{9484176B-A800-4A71-BE10-A628971E044F}" type="presOf" srcId="{2DC3BAF8-CC37-4C6C-B820-75F20867FCB8}" destId="{C6910094-E156-4470-B27F-65AC286E4556}" srcOrd="0" destOrd="0" presId="urn:microsoft.com/office/officeart/2018/2/layout/IconVerticalSolidList"/>
    <dgm:cxn modelId="{CADD2F78-C92A-411A-894D-474C9A086A5E}" type="presOf" srcId="{231F2ECC-FA4D-427C-B488-86833C613A62}" destId="{A8D33348-A76F-4E96-834B-79C6071945AF}" srcOrd="0" destOrd="0" presId="urn:microsoft.com/office/officeart/2018/2/layout/IconVerticalSolidList"/>
    <dgm:cxn modelId="{52FDDAA8-4AC8-4596-9425-CE7932E1C509}" srcId="{CCA7576C-FC1E-4365-9052-AC390EE6BE66}" destId="{231F2ECC-FA4D-427C-B488-86833C613A62}" srcOrd="1" destOrd="0" parTransId="{8A016CE2-D75B-444C-B745-2AC8A16CDB53}" sibTransId="{9E4EEE05-DFE6-47C9-AEBA-D0123E2AE71D}"/>
    <dgm:cxn modelId="{9CFD88E5-1D41-4A86-9D35-FB8BE104E941}" srcId="{CCA7576C-FC1E-4365-9052-AC390EE6BE66}" destId="{26F608BF-3F9B-4AD4-B86F-9A57FAE58080}" srcOrd="2" destOrd="0" parTransId="{405DD8A9-9D09-4DE3-AAD4-88BED84B4B66}" sibTransId="{0536001F-4438-4614-BC70-69F753D67A4D}"/>
    <dgm:cxn modelId="{E92D2BE6-0178-4B87-84C8-69790BB0FABC}" type="presOf" srcId="{CCA7576C-FC1E-4365-9052-AC390EE6BE66}" destId="{42BBA5BE-CD8A-445E-8C70-D02D2DCE3DDF}" srcOrd="0" destOrd="0" presId="urn:microsoft.com/office/officeart/2018/2/layout/IconVerticalSolidList"/>
    <dgm:cxn modelId="{FA747693-0E6E-4066-AA55-DB463D3196A8}" type="presParOf" srcId="{42BBA5BE-CD8A-445E-8C70-D02D2DCE3DDF}" destId="{593E3DBC-4D73-4D41-98BA-CD1EA588E6E2}" srcOrd="0" destOrd="0" presId="urn:microsoft.com/office/officeart/2018/2/layout/IconVerticalSolidList"/>
    <dgm:cxn modelId="{79EBF1A2-4EF1-46AE-9174-6BDE18143DA9}" type="presParOf" srcId="{593E3DBC-4D73-4D41-98BA-CD1EA588E6E2}" destId="{146EBEDE-8393-42FF-A207-10BBC0A1FD6A}" srcOrd="0" destOrd="0" presId="urn:microsoft.com/office/officeart/2018/2/layout/IconVerticalSolidList"/>
    <dgm:cxn modelId="{8C521E05-2AB3-4C6D-BED2-493BAFBE4EC2}" type="presParOf" srcId="{593E3DBC-4D73-4D41-98BA-CD1EA588E6E2}" destId="{3F1C29EC-0570-45AC-B426-D20FA01B27F8}" srcOrd="1" destOrd="0" presId="urn:microsoft.com/office/officeart/2018/2/layout/IconVerticalSolidList"/>
    <dgm:cxn modelId="{5BE07232-DBBF-4BA5-AB49-DFDEDE5D3415}" type="presParOf" srcId="{593E3DBC-4D73-4D41-98BA-CD1EA588E6E2}" destId="{4CE050E9-7AF1-4425-ACCE-1E4DA81269C8}" srcOrd="2" destOrd="0" presId="urn:microsoft.com/office/officeart/2018/2/layout/IconVerticalSolidList"/>
    <dgm:cxn modelId="{99F51B3E-40FF-4499-B3F2-BC1A17082449}" type="presParOf" srcId="{593E3DBC-4D73-4D41-98BA-CD1EA588E6E2}" destId="{C6910094-E156-4470-B27F-65AC286E4556}" srcOrd="3" destOrd="0" presId="urn:microsoft.com/office/officeart/2018/2/layout/IconVerticalSolidList"/>
    <dgm:cxn modelId="{A7573953-8827-4417-9A5C-4DDAA4A87AEB}" type="presParOf" srcId="{42BBA5BE-CD8A-445E-8C70-D02D2DCE3DDF}" destId="{691B0089-9BCC-4B74-A124-1A117F6AF6C9}" srcOrd="1" destOrd="0" presId="urn:microsoft.com/office/officeart/2018/2/layout/IconVerticalSolidList"/>
    <dgm:cxn modelId="{D362858C-A837-477D-8FBE-9A3A74F6F1A8}" type="presParOf" srcId="{42BBA5BE-CD8A-445E-8C70-D02D2DCE3DDF}" destId="{88399188-0897-4C1B-A666-40487690DC22}" srcOrd="2" destOrd="0" presId="urn:microsoft.com/office/officeart/2018/2/layout/IconVerticalSolidList"/>
    <dgm:cxn modelId="{23E304BA-D967-43F5-A181-93959A134A22}" type="presParOf" srcId="{88399188-0897-4C1B-A666-40487690DC22}" destId="{A82E6649-B8F6-431B-996E-34863868B8BC}" srcOrd="0" destOrd="0" presId="urn:microsoft.com/office/officeart/2018/2/layout/IconVerticalSolidList"/>
    <dgm:cxn modelId="{687DACFC-A0F8-4562-B755-4426F2FC6148}" type="presParOf" srcId="{88399188-0897-4C1B-A666-40487690DC22}" destId="{28531CF5-EEA9-4C21-A8F5-ACD78F1210A0}" srcOrd="1" destOrd="0" presId="urn:microsoft.com/office/officeart/2018/2/layout/IconVerticalSolidList"/>
    <dgm:cxn modelId="{8D55146E-E45B-476B-B81D-C0638F19C98D}" type="presParOf" srcId="{88399188-0897-4C1B-A666-40487690DC22}" destId="{7C0869AC-9BAA-48C8-A52C-1079173C3381}" srcOrd="2" destOrd="0" presId="urn:microsoft.com/office/officeart/2018/2/layout/IconVerticalSolidList"/>
    <dgm:cxn modelId="{7EE4E1DE-1CCD-4959-A36F-D93EF977146C}" type="presParOf" srcId="{88399188-0897-4C1B-A666-40487690DC22}" destId="{A8D33348-A76F-4E96-834B-79C6071945AF}" srcOrd="3" destOrd="0" presId="urn:microsoft.com/office/officeart/2018/2/layout/IconVerticalSolidList"/>
    <dgm:cxn modelId="{4B998878-B604-482C-81FE-BA861595ED08}" type="presParOf" srcId="{42BBA5BE-CD8A-445E-8C70-D02D2DCE3DDF}" destId="{99245061-F746-471C-A81E-38A3DA1CE849}" srcOrd="3" destOrd="0" presId="urn:microsoft.com/office/officeart/2018/2/layout/IconVerticalSolidList"/>
    <dgm:cxn modelId="{A71FF4A7-1691-4824-9217-BBA2CA4382F9}" type="presParOf" srcId="{42BBA5BE-CD8A-445E-8C70-D02D2DCE3DDF}" destId="{C1B3D00F-F3BA-4C30-93FE-E23CE9ED63C4}" srcOrd="4" destOrd="0" presId="urn:microsoft.com/office/officeart/2018/2/layout/IconVerticalSolidList"/>
    <dgm:cxn modelId="{FE4C60DC-30E1-4E4C-80F7-23E4AAFABB4F}" type="presParOf" srcId="{C1B3D00F-F3BA-4C30-93FE-E23CE9ED63C4}" destId="{5E42B371-7F88-49C4-9A15-5D0EE27D30AD}" srcOrd="0" destOrd="0" presId="urn:microsoft.com/office/officeart/2018/2/layout/IconVerticalSolidList"/>
    <dgm:cxn modelId="{10DF274C-72CA-4E18-807C-FB56341A14F9}" type="presParOf" srcId="{C1B3D00F-F3BA-4C30-93FE-E23CE9ED63C4}" destId="{3EE01E96-2AF0-44CD-BA0B-0DE3C946D6CB}" srcOrd="1" destOrd="0" presId="urn:microsoft.com/office/officeart/2018/2/layout/IconVerticalSolidList"/>
    <dgm:cxn modelId="{E30C7E18-CB56-4787-AE63-CC3BF4B1861E}" type="presParOf" srcId="{C1B3D00F-F3BA-4C30-93FE-E23CE9ED63C4}" destId="{6D83B521-9FB5-4103-A0C1-A925DF5797D8}" srcOrd="2" destOrd="0" presId="urn:microsoft.com/office/officeart/2018/2/layout/IconVerticalSolidList"/>
    <dgm:cxn modelId="{2BEB436C-7F6F-4E1D-89B1-67449D8E7919}" type="presParOf" srcId="{C1B3D00F-F3BA-4C30-93FE-E23CE9ED63C4}" destId="{D663744B-1839-4A1B-A7D4-A28921DF21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7.xml><?xml version="1.0" encoding="utf-8"?>
<dgm:dataModel xmlns:dgm="http://schemas.openxmlformats.org/drawingml/2006/diagram" xmlns:a="http://schemas.openxmlformats.org/drawingml/2006/main">
  <dgm:ptLst>
    <dgm:pt modelId="{C106984C-D8FB-47AA-B2FA-CDAF1051AC2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60C654CF-FFC6-4E84-8DC7-11841F4CB253}">
      <dgm:prSet/>
      <dgm:spPr/>
      <dgm:t>
        <a:bodyPr/>
        <a:lstStyle/>
        <a:p>
          <a:r>
            <a:rPr lang="en-US"/>
            <a:t>• Next steps</a:t>
          </a:r>
        </a:p>
      </dgm:t>
    </dgm:pt>
    <dgm:pt modelId="{CF4488FF-B785-4E26-AED3-90612710D536}" type="parTrans" cxnId="{ACA0FCC5-DD15-4803-A087-2CB7775E34DF}">
      <dgm:prSet/>
      <dgm:spPr/>
      <dgm:t>
        <a:bodyPr/>
        <a:lstStyle/>
        <a:p>
          <a:endParaRPr lang="en-US"/>
        </a:p>
      </dgm:t>
    </dgm:pt>
    <dgm:pt modelId="{94981493-8182-4AF1-9046-BF2396CDC46C}" type="sibTrans" cxnId="{ACA0FCC5-DD15-4803-A087-2CB7775E34DF}">
      <dgm:prSet/>
      <dgm:spPr/>
      <dgm:t>
        <a:bodyPr/>
        <a:lstStyle/>
        <a:p>
          <a:endParaRPr lang="en-US"/>
        </a:p>
      </dgm:t>
    </dgm:pt>
    <dgm:pt modelId="{48A96B30-ADE0-4082-81B1-1885C5746A96}">
      <dgm:prSet/>
      <dgm:spPr/>
      <dgm:t>
        <a:bodyPr/>
        <a:lstStyle/>
        <a:p>
          <a:r>
            <a:rPr lang="en-US"/>
            <a:t>• Hardware build plan</a:t>
          </a:r>
        </a:p>
      </dgm:t>
    </dgm:pt>
    <dgm:pt modelId="{E800E8D9-E5F8-4E02-9F61-BBD6E465DBC0}" type="parTrans" cxnId="{91BEB765-08F5-4028-8996-AA9DA4965E08}">
      <dgm:prSet/>
      <dgm:spPr/>
      <dgm:t>
        <a:bodyPr/>
        <a:lstStyle/>
        <a:p>
          <a:endParaRPr lang="en-US"/>
        </a:p>
      </dgm:t>
    </dgm:pt>
    <dgm:pt modelId="{E6BB4650-65FE-4A48-956C-A846F4513E59}" type="sibTrans" cxnId="{91BEB765-08F5-4028-8996-AA9DA4965E08}">
      <dgm:prSet/>
      <dgm:spPr/>
      <dgm:t>
        <a:bodyPr/>
        <a:lstStyle/>
        <a:p>
          <a:endParaRPr lang="en-US"/>
        </a:p>
      </dgm:t>
    </dgm:pt>
    <dgm:pt modelId="{5462EFDD-39FC-487A-898F-C7CDC019A597}">
      <dgm:prSet/>
      <dgm:spPr/>
      <dgm:t>
        <a:bodyPr/>
        <a:lstStyle/>
        <a:p>
          <a:r>
            <a:rPr lang="en-US"/>
            <a:t>• Testing &amp; validation</a:t>
          </a:r>
        </a:p>
      </dgm:t>
    </dgm:pt>
    <dgm:pt modelId="{EDFD3EE3-CF13-421D-976F-833BCC353416}" type="parTrans" cxnId="{71C0A646-A11A-4441-B0C5-4E82D8BE8501}">
      <dgm:prSet/>
      <dgm:spPr/>
      <dgm:t>
        <a:bodyPr/>
        <a:lstStyle/>
        <a:p>
          <a:endParaRPr lang="en-US"/>
        </a:p>
      </dgm:t>
    </dgm:pt>
    <dgm:pt modelId="{7CE74589-A007-44D1-8503-E0243CD7EA3B}" type="sibTrans" cxnId="{71C0A646-A11A-4441-B0C5-4E82D8BE8501}">
      <dgm:prSet/>
      <dgm:spPr/>
      <dgm:t>
        <a:bodyPr/>
        <a:lstStyle/>
        <a:p>
          <a:endParaRPr lang="en-US"/>
        </a:p>
      </dgm:t>
    </dgm:pt>
    <dgm:pt modelId="{F35FF616-616D-437B-95D5-4EF1C2090C64}" type="pres">
      <dgm:prSet presAssocID="{C106984C-D8FB-47AA-B2FA-CDAF1051AC29}" presName="root" presStyleCnt="0">
        <dgm:presLayoutVars>
          <dgm:dir/>
          <dgm:resizeHandles val="exact"/>
        </dgm:presLayoutVars>
      </dgm:prSet>
      <dgm:spPr/>
    </dgm:pt>
    <dgm:pt modelId="{8CBC976B-C19D-4026-9B98-C0C7B2458089}" type="pres">
      <dgm:prSet presAssocID="{60C654CF-FFC6-4E84-8DC7-11841F4CB253}" presName="compNode" presStyleCnt="0"/>
      <dgm:spPr/>
    </dgm:pt>
    <dgm:pt modelId="{21CAB4B0-F890-4CA8-8B56-03EDFEBE0FA4}" type="pres">
      <dgm:prSet presAssocID="{60C654CF-FFC6-4E84-8DC7-11841F4CB253}" presName="bgRect" presStyleLbl="bgShp" presStyleIdx="0" presStyleCnt="3"/>
      <dgm:spPr/>
    </dgm:pt>
    <dgm:pt modelId="{84D4F6FD-7181-4465-95F5-4A6DB6A85088}" type="pres">
      <dgm:prSet presAssocID="{60C654CF-FFC6-4E84-8DC7-11841F4CB253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otprints"/>
        </a:ext>
      </dgm:extLst>
    </dgm:pt>
    <dgm:pt modelId="{20A9F2FC-4C69-4BC6-87F4-370C0657E1C3}" type="pres">
      <dgm:prSet presAssocID="{60C654CF-FFC6-4E84-8DC7-11841F4CB253}" presName="spaceRect" presStyleCnt="0"/>
      <dgm:spPr/>
    </dgm:pt>
    <dgm:pt modelId="{44F066E9-560C-4B7F-A7A4-336C0186F547}" type="pres">
      <dgm:prSet presAssocID="{60C654CF-FFC6-4E84-8DC7-11841F4CB253}" presName="parTx" presStyleLbl="revTx" presStyleIdx="0" presStyleCnt="3">
        <dgm:presLayoutVars>
          <dgm:chMax val="0"/>
          <dgm:chPref val="0"/>
        </dgm:presLayoutVars>
      </dgm:prSet>
      <dgm:spPr/>
    </dgm:pt>
    <dgm:pt modelId="{2C4F8529-EDA7-4F49-8448-520D6C8A3AC2}" type="pres">
      <dgm:prSet presAssocID="{94981493-8182-4AF1-9046-BF2396CDC46C}" presName="sibTrans" presStyleCnt="0"/>
      <dgm:spPr/>
    </dgm:pt>
    <dgm:pt modelId="{D7BEE436-9895-4410-AA92-1A258BB80270}" type="pres">
      <dgm:prSet presAssocID="{48A96B30-ADE0-4082-81B1-1885C5746A96}" presName="compNode" presStyleCnt="0"/>
      <dgm:spPr/>
    </dgm:pt>
    <dgm:pt modelId="{7F712F31-AEB2-43DD-9727-E0F629335E3C}" type="pres">
      <dgm:prSet presAssocID="{48A96B30-ADE0-4082-81B1-1885C5746A96}" presName="bgRect" presStyleLbl="bgShp" presStyleIdx="1" presStyleCnt="3"/>
      <dgm:spPr/>
    </dgm:pt>
    <dgm:pt modelId="{67872287-4E68-4DBB-99E4-6C369A1189CC}" type="pres">
      <dgm:prSet presAssocID="{48A96B30-ADE0-4082-81B1-1885C5746A9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FD402B4A-F42E-4E63-BCB9-734829997874}" type="pres">
      <dgm:prSet presAssocID="{48A96B30-ADE0-4082-81B1-1885C5746A96}" presName="spaceRect" presStyleCnt="0"/>
      <dgm:spPr/>
    </dgm:pt>
    <dgm:pt modelId="{B4BD313C-7E94-45F8-9BA1-38284E9A5C7F}" type="pres">
      <dgm:prSet presAssocID="{48A96B30-ADE0-4082-81B1-1885C5746A96}" presName="parTx" presStyleLbl="revTx" presStyleIdx="1" presStyleCnt="3">
        <dgm:presLayoutVars>
          <dgm:chMax val="0"/>
          <dgm:chPref val="0"/>
        </dgm:presLayoutVars>
      </dgm:prSet>
      <dgm:spPr/>
    </dgm:pt>
    <dgm:pt modelId="{D00354BB-8E3E-430B-9E5F-5C6F0C499ACC}" type="pres">
      <dgm:prSet presAssocID="{E6BB4650-65FE-4A48-956C-A846F4513E59}" presName="sibTrans" presStyleCnt="0"/>
      <dgm:spPr/>
    </dgm:pt>
    <dgm:pt modelId="{959B6CEE-BA08-4A2E-8D53-2541E2F54DD8}" type="pres">
      <dgm:prSet presAssocID="{5462EFDD-39FC-487A-898F-C7CDC019A597}" presName="compNode" presStyleCnt="0"/>
      <dgm:spPr/>
    </dgm:pt>
    <dgm:pt modelId="{7E4ECD68-3902-44C2-8473-CF97E342A56B}" type="pres">
      <dgm:prSet presAssocID="{5462EFDD-39FC-487A-898F-C7CDC019A597}" presName="bgRect" presStyleLbl="bgShp" presStyleIdx="2" presStyleCnt="3"/>
      <dgm:spPr/>
    </dgm:pt>
    <dgm:pt modelId="{2C2D325E-D054-4698-BAFA-67B02AA0ACA9}" type="pres">
      <dgm:prSet presAssocID="{5462EFDD-39FC-487A-898F-C7CDC019A597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est tubes"/>
        </a:ext>
      </dgm:extLst>
    </dgm:pt>
    <dgm:pt modelId="{8A869B3F-0158-427A-85EA-390E2DF65B44}" type="pres">
      <dgm:prSet presAssocID="{5462EFDD-39FC-487A-898F-C7CDC019A597}" presName="spaceRect" presStyleCnt="0"/>
      <dgm:spPr/>
    </dgm:pt>
    <dgm:pt modelId="{BCCF4D16-6680-4C1A-B69E-FAE8BD8C80EC}" type="pres">
      <dgm:prSet presAssocID="{5462EFDD-39FC-487A-898F-C7CDC019A597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91BEB765-08F5-4028-8996-AA9DA4965E08}" srcId="{C106984C-D8FB-47AA-B2FA-CDAF1051AC29}" destId="{48A96B30-ADE0-4082-81B1-1885C5746A96}" srcOrd="1" destOrd="0" parTransId="{E800E8D9-E5F8-4E02-9F61-BBD6E465DBC0}" sibTransId="{E6BB4650-65FE-4A48-956C-A846F4513E59}"/>
    <dgm:cxn modelId="{71C0A646-A11A-4441-B0C5-4E82D8BE8501}" srcId="{C106984C-D8FB-47AA-B2FA-CDAF1051AC29}" destId="{5462EFDD-39FC-487A-898F-C7CDC019A597}" srcOrd="2" destOrd="0" parTransId="{EDFD3EE3-CF13-421D-976F-833BCC353416}" sibTransId="{7CE74589-A007-44D1-8503-E0243CD7EA3B}"/>
    <dgm:cxn modelId="{CD3F2BB8-D2EB-4DCA-A62C-16C09E40B755}" type="presOf" srcId="{60C654CF-FFC6-4E84-8DC7-11841F4CB253}" destId="{44F066E9-560C-4B7F-A7A4-336C0186F547}" srcOrd="0" destOrd="0" presId="urn:microsoft.com/office/officeart/2018/2/layout/IconVerticalSolidList"/>
    <dgm:cxn modelId="{AC4E25C1-1858-4C2D-8C8E-08E5524DA083}" type="presOf" srcId="{C106984C-D8FB-47AA-B2FA-CDAF1051AC29}" destId="{F35FF616-616D-437B-95D5-4EF1C2090C64}" srcOrd="0" destOrd="0" presId="urn:microsoft.com/office/officeart/2018/2/layout/IconVerticalSolidList"/>
    <dgm:cxn modelId="{931B8DC4-291E-4F93-8EFC-DC292900FFF8}" type="presOf" srcId="{5462EFDD-39FC-487A-898F-C7CDC019A597}" destId="{BCCF4D16-6680-4C1A-B69E-FAE8BD8C80EC}" srcOrd="0" destOrd="0" presId="urn:microsoft.com/office/officeart/2018/2/layout/IconVerticalSolidList"/>
    <dgm:cxn modelId="{ACA0FCC5-DD15-4803-A087-2CB7775E34DF}" srcId="{C106984C-D8FB-47AA-B2FA-CDAF1051AC29}" destId="{60C654CF-FFC6-4E84-8DC7-11841F4CB253}" srcOrd="0" destOrd="0" parTransId="{CF4488FF-B785-4E26-AED3-90612710D536}" sibTransId="{94981493-8182-4AF1-9046-BF2396CDC46C}"/>
    <dgm:cxn modelId="{326EB8DA-B568-438E-9D80-6A9BE631E346}" type="presOf" srcId="{48A96B30-ADE0-4082-81B1-1885C5746A96}" destId="{B4BD313C-7E94-45F8-9BA1-38284E9A5C7F}" srcOrd="0" destOrd="0" presId="urn:microsoft.com/office/officeart/2018/2/layout/IconVerticalSolidList"/>
    <dgm:cxn modelId="{148B363B-A895-4940-ADC2-E51837A1273B}" type="presParOf" srcId="{F35FF616-616D-437B-95D5-4EF1C2090C64}" destId="{8CBC976B-C19D-4026-9B98-C0C7B2458089}" srcOrd="0" destOrd="0" presId="urn:microsoft.com/office/officeart/2018/2/layout/IconVerticalSolidList"/>
    <dgm:cxn modelId="{DD65980F-D030-4641-A310-A8EC186B6132}" type="presParOf" srcId="{8CBC976B-C19D-4026-9B98-C0C7B2458089}" destId="{21CAB4B0-F890-4CA8-8B56-03EDFEBE0FA4}" srcOrd="0" destOrd="0" presId="urn:microsoft.com/office/officeart/2018/2/layout/IconVerticalSolidList"/>
    <dgm:cxn modelId="{56A68A7C-E645-49C0-8D45-C7A5F7F808D7}" type="presParOf" srcId="{8CBC976B-C19D-4026-9B98-C0C7B2458089}" destId="{84D4F6FD-7181-4465-95F5-4A6DB6A85088}" srcOrd="1" destOrd="0" presId="urn:microsoft.com/office/officeart/2018/2/layout/IconVerticalSolidList"/>
    <dgm:cxn modelId="{0DE3017F-1C68-4F86-BCCF-3E1472152627}" type="presParOf" srcId="{8CBC976B-C19D-4026-9B98-C0C7B2458089}" destId="{20A9F2FC-4C69-4BC6-87F4-370C0657E1C3}" srcOrd="2" destOrd="0" presId="urn:microsoft.com/office/officeart/2018/2/layout/IconVerticalSolidList"/>
    <dgm:cxn modelId="{0523AF82-C8CF-43CC-866D-469405C3516D}" type="presParOf" srcId="{8CBC976B-C19D-4026-9B98-C0C7B2458089}" destId="{44F066E9-560C-4B7F-A7A4-336C0186F547}" srcOrd="3" destOrd="0" presId="urn:microsoft.com/office/officeart/2018/2/layout/IconVerticalSolidList"/>
    <dgm:cxn modelId="{99589BD7-67DB-48BD-B5B7-DFB71E4DBC4F}" type="presParOf" srcId="{F35FF616-616D-437B-95D5-4EF1C2090C64}" destId="{2C4F8529-EDA7-4F49-8448-520D6C8A3AC2}" srcOrd="1" destOrd="0" presId="urn:microsoft.com/office/officeart/2018/2/layout/IconVerticalSolidList"/>
    <dgm:cxn modelId="{543A3D4A-F402-49E4-A712-2151F2F56A9B}" type="presParOf" srcId="{F35FF616-616D-437B-95D5-4EF1C2090C64}" destId="{D7BEE436-9895-4410-AA92-1A258BB80270}" srcOrd="2" destOrd="0" presId="urn:microsoft.com/office/officeart/2018/2/layout/IconVerticalSolidList"/>
    <dgm:cxn modelId="{A9C458AF-49EA-4230-AA5D-48F08D43DA1E}" type="presParOf" srcId="{D7BEE436-9895-4410-AA92-1A258BB80270}" destId="{7F712F31-AEB2-43DD-9727-E0F629335E3C}" srcOrd="0" destOrd="0" presId="urn:microsoft.com/office/officeart/2018/2/layout/IconVerticalSolidList"/>
    <dgm:cxn modelId="{A32A6E63-860E-42B7-8F2D-9EEE995A7B83}" type="presParOf" srcId="{D7BEE436-9895-4410-AA92-1A258BB80270}" destId="{67872287-4E68-4DBB-99E4-6C369A1189CC}" srcOrd="1" destOrd="0" presId="urn:microsoft.com/office/officeart/2018/2/layout/IconVerticalSolidList"/>
    <dgm:cxn modelId="{584B58BF-6730-47D3-948D-AB6CFF8DC3C0}" type="presParOf" srcId="{D7BEE436-9895-4410-AA92-1A258BB80270}" destId="{FD402B4A-F42E-4E63-BCB9-734829997874}" srcOrd="2" destOrd="0" presId="urn:microsoft.com/office/officeart/2018/2/layout/IconVerticalSolidList"/>
    <dgm:cxn modelId="{61A5DBD8-261C-4E7D-BB17-A8A517F678F8}" type="presParOf" srcId="{D7BEE436-9895-4410-AA92-1A258BB80270}" destId="{B4BD313C-7E94-45F8-9BA1-38284E9A5C7F}" srcOrd="3" destOrd="0" presId="urn:microsoft.com/office/officeart/2018/2/layout/IconVerticalSolidList"/>
    <dgm:cxn modelId="{6CCB0C51-4AAC-4131-A49F-00258DCAFE9C}" type="presParOf" srcId="{F35FF616-616D-437B-95D5-4EF1C2090C64}" destId="{D00354BB-8E3E-430B-9E5F-5C6F0C499ACC}" srcOrd="3" destOrd="0" presId="urn:microsoft.com/office/officeart/2018/2/layout/IconVerticalSolidList"/>
    <dgm:cxn modelId="{26C04E23-7F49-4EFE-AE88-9004E138AEF2}" type="presParOf" srcId="{F35FF616-616D-437B-95D5-4EF1C2090C64}" destId="{959B6CEE-BA08-4A2E-8D53-2541E2F54DD8}" srcOrd="4" destOrd="0" presId="urn:microsoft.com/office/officeart/2018/2/layout/IconVerticalSolidList"/>
    <dgm:cxn modelId="{73C531CB-FA8D-4569-B5C4-3FB7C61D2C95}" type="presParOf" srcId="{959B6CEE-BA08-4A2E-8D53-2541E2F54DD8}" destId="{7E4ECD68-3902-44C2-8473-CF97E342A56B}" srcOrd="0" destOrd="0" presId="urn:microsoft.com/office/officeart/2018/2/layout/IconVerticalSolidList"/>
    <dgm:cxn modelId="{AC4351ED-408B-4765-807B-C4B8D1E0D8F8}" type="presParOf" srcId="{959B6CEE-BA08-4A2E-8D53-2541E2F54DD8}" destId="{2C2D325E-D054-4698-BAFA-67B02AA0ACA9}" srcOrd="1" destOrd="0" presId="urn:microsoft.com/office/officeart/2018/2/layout/IconVerticalSolidList"/>
    <dgm:cxn modelId="{0045A18D-A332-40B8-A17A-DF1BF215C024}" type="presParOf" srcId="{959B6CEE-BA08-4A2E-8D53-2541E2F54DD8}" destId="{8A869B3F-0158-427A-85EA-390E2DF65B44}" srcOrd="2" destOrd="0" presId="urn:microsoft.com/office/officeart/2018/2/layout/IconVerticalSolidList"/>
    <dgm:cxn modelId="{7C6FFC1B-8D00-411C-8A0F-D3C2C08DD17E}" type="presParOf" srcId="{959B6CEE-BA08-4A2E-8D53-2541E2F54DD8}" destId="{BCCF4D16-6680-4C1A-B69E-FAE8BD8C80EC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8.xml><?xml version="1.0" encoding="utf-8"?>
<dgm:dataModel xmlns:dgm="http://schemas.openxmlformats.org/drawingml/2006/diagram" xmlns:a="http://schemas.openxmlformats.org/drawingml/2006/main">
  <dgm:ptLst>
    <dgm:pt modelId="{974B1A35-01AF-4047-9DFF-FBF672CAE021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46CEB56F-180F-4D55-80FB-2F3EE7D9FD9C}">
      <dgm:prSet/>
      <dgm:spPr/>
      <dgm:t>
        <a:bodyPr/>
        <a:lstStyle/>
        <a:p>
          <a:r>
            <a:rPr lang="en-US"/>
            <a:t>• Technical outcomes</a:t>
          </a:r>
        </a:p>
      </dgm:t>
    </dgm:pt>
    <dgm:pt modelId="{12B0AD11-A429-4217-BC02-2596ED330ACB}" type="parTrans" cxnId="{5E8FC29C-4E14-4AB2-BB61-47851EBF66B5}">
      <dgm:prSet/>
      <dgm:spPr/>
      <dgm:t>
        <a:bodyPr/>
        <a:lstStyle/>
        <a:p>
          <a:endParaRPr lang="en-US"/>
        </a:p>
      </dgm:t>
    </dgm:pt>
    <dgm:pt modelId="{B1FED4AB-F4BF-4DF8-AF5D-59E88F528AB7}" type="sibTrans" cxnId="{5E8FC29C-4E14-4AB2-BB61-47851EBF66B5}">
      <dgm:prSet/>
      <dgm:spPr/>
      <dgm:t>
        <a:bodyPr/>
        <a:lstStyle/>
        <a:p>
          <a:endParaRPr lang="en-US"/>
        </a:p>
      </dgm:t>
    </dgm:pt>
    <dgm:pt modelId="{7468E1E9-F5D1-43D3-85F8-52D6D3D785B3}">
      <dgm:prSet/>
      <dgm:spPr/>
      <dgm:t>
        <a:bodyPr/>
        <a:lstStyle/>
        <a:p>
          <a:r>
            <a:rPr lang="en-US"/>
            <a:t>• Skills/tools learned</a:t>
          </a:r>
        </a:p>
      </dgm:t>
    </dgm:pt>
    <dgm:pt modelId="{219863AC-E9D2-406C-B097-5BDBDD433085}" type="parTrans" cxnId="{9E22C4BD-BD71-4DF8-9457-09CC5AC3C773}">
      <dgm:prSet/>
      <dgm:spPr/>
      <dgm:t>
        <a:bodyPr/>
        <a:lstStyle/>
        <a:p>
          <a:endParaRPr lang="en-US"/>
        </a:p>
      </dgm:t>
    </dgm:pt>
    <dgm:pt modelId="{32C787A5-A522-4919-A8A4-D56AF9561988}" type="sibTrans" cxnId="{9E22C4BD-BD71-4DF8-9457-09CC5AC3C773}">
      <dgm:prSet/>
      <dgm:spPr/>
      <dgm:t>
        <a:bodyPr/>
        <a:lstStyle/>
        <a:p>
          <a:endParaRPr lang="en-US"/>
        </a:p>
      </dgm:t>
    </dgm:pt>
    <dgm:pt modelId="{56BEE532-F251-4337-A792-CBBEB671A795}" type="pres">
      <dgm:prSet presAssocID="{974B1A35-01AF-4047-9DFF-FBF672CAE021}" presName="root" presStyleCnt="0">
        <dgm:presLayoutVars>
          <dgm:dir/>
          <dgm:resizeHandles val="exact"/>
        </dgm:presLayoutVars>
      </dgm:prSet>
      <dgm:spPr/>
    </dgm:pt>
    <dgm:pt modelId="{22BC3554-F02B-43ED-8034-6A72FE556BAD}" type="pres">
      <dgm:prSet presAssocID="{46CEB56F-180F-4D55-80FB-2F3EE7D9FD9C}" presName="compNode" presStyleCnt="0"/>
      <dgm:spPr/>
    </dgm:pt>
    <dgm:pt modelId="{4AE33008-1A66-4BC6-979C-FEDC36C0AAD9}" type="pres">
      <dgm:prSet presAssocID="{46CEB56F-180F-4D55-80FB-2F3EE7D9FD9C}" presName="bgRect" presStyleLbl="bgShp" presStyleIdx="0" presStyleCnt="2"/>
      <dgm:spPr/>
    </dgm:pt>
    <dgm:pt modelId="{FF426C41-4A3B-44CB-A5C8-3D43D9D6133B}" type="pres">
      <dgm:prSet presAssocID="{46CEB56F-180F-4D55-80FB-2F3EE7D9FD9C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D0E670BA-D1B4-444F-A991-F3831C17A061}" type="pres">
      <dgm:prSet presAssocID="{46CEB56F-180F-4D55-80FB-2F3EE7D9FD9C}" presName="spaceRect" presStyleCnt="0"/>
      <dgm:spPr/>
    </dgm:pt>
    <dgm:pt modelId="{BA3C8275-BA9B-4EFE-B9D7-1245E9055891}" type="pres">
      <dgm:prSet presAssocID="{46CEB56F-180F-4D55-80FB-2F3EE7D9FD9C}" presName="parTx" presStyleLbl="revTx" presStyleIdx="0" presStyleCnt="2">
        <dgm:presLayoutVars>
          <dgm:chMax val="0"/>
          <dgm:chPref val="0"/>
        </dgm:presLayoutVars>
      </dgm:prSet>
      <dgm:spPr/>
    </dgm:pt>
    <dgm:pt modelId="{7C23C15A-0A2C-4CEB-9D5C-639A7510C2E9}" type="pres">
      <dgm:prSet presAssocID="{B1FED4AB-F4BF-4DF8-AF5D-59E88F528AB7}" presName="sibTrans" presStyleCnt="0"/>
      <dgm:spPr/>
    </dgm:pt>
    <dgm:pt modelId="{0821BE74-69F8-4665-9432-BB8A9AF9F4C9}" type="pres">
      <dgm:prSet presAssocID="{7468E1E9-F5D1-43D3-85F8-52D6D3D785B3}" presName="compNode" presStyleCnt="0"/>
      <dgm:spPr/>
    </dgm:pt>
    <dgm:pt modelId="{885409EA-63B7-4441-9D97-51B9BFEC2F08}" type="pres">
      <dgm:prSet presAssocID="{7468E1E9-F5D1-43D3-85F8-52D6D3D785B3}" presName="bgRect" presStyleLbl="bgShp" presStyleIdx="1" presStyleCnt="2"/>
      <dgm:spPr/>
    </dgm:pt>
    <dgm:pt modelId="{B6C724E3-BA38-47D9-9FCD-8D583954688D}" type="pres">
      <dgm:prSet presAssocID="{7468E1E9-F5D1-43D3-85F8-52D6D3D785B3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ools"/>
        </a:ext>
      </dgm:extLst>
    </dgm:pt>
    <dgm:pt modelId="{30ABD0B7-DB43-42A3-BFD0-65AAF582B11F}" type="pres">
      <dgm:prSet presAssocID="{7468E1E9-F5D1-43D3-85F8-52D6D3D785B3}" presName="spaceRect" presStyleCnt="0"/>
      <dgm:spPr/>
    </dgm:pt>
    <dgm:pt modelId="{CA2F01C1-052D-412E-90BF-2A16A556AAEB}" type="pres">
      <dgm:prSet presAssocID="{7468E1E9-F5D1-43D3-85F8-52D6D3D785B3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7E7D3520-0BD2-418B-8FA3-4E6DA9672D7B}" type="presOf" srcId="{7468E1E9-F5D1-43D3-85F8-52D6D3D785B3}" destId="{CA2F01C1-052D-412E-90BF-2A16A556AAEB}" srcOrd="0" destOrd="0" presId="urn:microsoft.com/office/officeart/2018/2/layout/IconVerticalSolidList"/>
    <dgm:cxn modelId="{5E8FC29C-4E14-4AB2-BB61-47851EBF66B5}" srcId="{974B1A35-01AF-4047-9DFF-FBF672CAE021}" destId="{46CEB56F-180F-4D55-80FB-2F3EE7D9FD9C}" srcOrd="0" destOrd="0" parTransId="{12B0AD11-A429-4217-BC02-2596ED330ACB}" sibTransId="{B1FED4AB-F4BF-4DF8-AF5D-59E88F528AB7}"/>
    <dgm:cxn modelId="{9E22C4BD-BD71-4DF8-9457-09CC5AC3C773}" srcId="{974B1A35-01AF-4047-9DFF-FBF672CAE021}" destId="{7468E1E9-F5D1-43D3-85F8-52D6D3D785B3}" srcOrd="1" destOrd="0" parTransId="{219863AC-E9D2-406C-B097-5BDBDD433085}" sibTransId="{32C787A5-A522-4919-A8A4-D56AF9561988}"/>
    <dgm:cxn modelId="{87AFF8DF-1207-466E-B967-1FB27A039083}" type="presOf" srcId="{974B1A35-01AF-4047-9DFF-FBF672CAE021}" destId="{56BEE532-F251-4337-A792-CBBEB671A795}" srcOrd="0" destOrd="0" presId="urn:microsoft.com/office/officeart/2018/2/layout/IconVerticalSolidList"/>
    <dgm:cxn modelId="{01E43FF7-341C-44D8-A78D-70C38B9F2706}" type="presOf" srcId="{46CEB56F-180F-4D55-80FB-2F3EE7D9FD9C}" destId="{BA3C8275-BA9B-4EFE-B9D7-1245E9055891}" srcOrd="0" destOrd="0" presId="urn:microsoft.com/office/officeart/2018/2/layout/IconVerticalSolidList"/>
    <dgm:cxn modelId="{7E30E9C2-E480-4843-8CA4-042A30F3E5A7}" type="presParOf" srcId="{56BEE532-F251-4337-A792-CBBEB671A795}" destId="{22BC3554-F02B-43ED-8034-6A72FE556BAD}" srcOrd="0" destOrd="0" presId="urn:microsoft.com/office/officeart/2018/2/layout/IconVerticalSolidList"/>
    <dgm:cxn modelId="{87D8E87F-F724-418B-93F1-E69247B96DB7}" type="presParOf" srcId="{22BC3554-F02B-43ED-8034-6A72FE556BAD}" destId="{4AE33008-1A66-4BC6-979C-FEDC36C0AAD9}" srcOrd="0" destOrd="0" presId="urn:microsoft.com/office/officeart/2018/2/layout/IconVerticalSolidList"/>
    <dgm:cxn modelId="{FF5DD875-0D77-43A7-9DEB-93D08E9BFFC9}" type="presParOf" srcId="{22BC3554-F02B-43ED-8034-6A72FE556BAD}" destId="{FF426C41-4A3B-44CB-A5C8-3D43D9D6133B}" srcOrd="1" destOrd="0" presId="urn:microsoft.com/office/officeart/2018/2/layout/IconVerticalSolidList"/>
    <dgm:cxn modelId="{3A2BFA3A-921F-4E8B-9DA3-7673FFCB531F}" type="presParOf" srcId="{22BC3554-F02B-43ED-8034-6A72FE556BAD}" destId="{D0E670BA-D1B4-444F-A991-F3831C17A061}" srcOrd="2" destOrd="0" presId="urn:microsoft.com/office/officeart/2018/2/layout/IconVerticalSolidList"/>
    <dgm:cxn modelId="{BF816FC2-2160-4D19-908E-0332454B6B03}" type="presParOf" srcId="{22BC3554-F02B-43ED-8034-6A72FE556BAD}" destId="{BA3C8275-BA9B-4EFE-B9D7-1245E9055891}" srcOrd="3" destOrd="0" presId="urn:microsoft.com/office/officeart/2018/2/layout/IconVerticalSolidList"/>
    <dgm:cxn modelId="{4BFFE80A-F2F8-43C2-9E76-377EE4E2A72C}" type="presParOf" srcId="{56BEE532-F251-4337-A792-CBBEB671A795}" destId="{7C23C15A-0A2C-4CEB-9D5C-639A7510C2E9}" srcOrd="1" destOrd="0" presId="urn:microsoft.com/office/officeart/2018/2/layout/IconVerticalSolidList"/>
    <dgm:cxn modelId="{2EEEDFD9-D26A-48C5-9BB4-BE34DD33688A}" type="presParOf" srcId="{56BEE532-F251-4337-A792-CBBEB671A795}" destId="{0821BE74-69F8-4665-9432-BB8A9AF9F4C9}" srcOrd="2" destOrd="0" presId="urn:microsoft.com/office/officeart/2018/2/layout/IconVerticalSolidList"/>
    <dgm:cxn modelId="{0741A3A9-1061-4B5C-9493-7794F833A7C7}" type="presParOf" srcId="{0821BE74-69F8-4665-9432-BB8A9AF9F4C9}" destId="{885409EA-63B7-4441-9D97-51B9BFEC2F08}" srcOrd="0" destOrd="0" presId="urn:microsoft.com/office/officeart/2018/2/layout/IconVerticalSolidList"/>
    <dgm:cxn modelId="{840998F8-1B22-4606-BED3-28FF94708C95}" type="presParOf" srcId="{0821BE74-69F8-4665-9432-BB8A9AF9F4C9}" destId="{B6C724E3-BA38-47D9-9FCD-8D583954688D}" srcOrd="1" destOrd="0" presId="urn:microsoft.com/office/officeart/2018/2/layout/IconVerticalSolidList"/>
    <dgm:cxn modelId="{86B6DE9D-BD9E-47CB-981B-1352484E6378}" type="presParOf" srcId="{0821BE74-69F8-4665-9432-BB8A9AF9F4C9}" destId="{30ABD0B7-DB43-42A3-BFD0-65AAF582B11F}" srcOrd="2" destOrd="0" presId="urn:microsoft.com/office/officeart/2018/2/layout/IconVerticalSolidList"/>
    <dgm:cxn modelId="{E84BF316-7814-4D3A-A683-3336DBC2F4AB}" type="presParOf" srcId="{0821BE74-69F8-4665-9432-BB8A9AF9F4C9}" destId="{CA2F01C1-052D-412E-90BF-2A16A556AAEB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9.xml><?xml version="1.0" encoding="utf-8"?>
<dgm:dataModel xmlns:dgm="http://schemas.openxmlformats.org/drawingml/2006/diagram" xmlns:a="http://schemas.openxmlformats.org/drawingml/2006/main">
  <dgm:ptLst>
    <dgm:pt modelId="{5AD3C1AD-1BF7-487C-9F6C-3A32CAF6D2CF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5D06ECDB-EE6A-47FF-8977-B5DC1894034F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Problem–solution Overview</a:t>
          </a:r>
        </a:p>
      </dgm:t>
    </dgm:pt>
    <dgm:pt modelId="{4BF254DE-1EBF-4DD4-8829-999B94A3BB2B}" type="parTrans" cxnId="{75AE2704-B21D-4121-B111-5D8D91587CC6}">
      <dgm:prSet/>
      <dgm:spPr/>
      <dgm:t>
        <a:bodyPr/>
        <a:lstStyle/>
        <a:p>
          <a:endParaRPr lang="en-US"/>
        </a:p>
      </dgm:t>
    </dgm:pt>
    <dgm:pt modelId="{37B83305-AE5C-4DE4-A347-2A2FC111B717}" type="sibTrans" cxnId="{75AE2704-B21D-4121-B111-5D8D91587CC6}">
      <dgm:prSet/>
      <dgm:spPr/>
      <dgm:t>
        <a:bodyPr/>
        <a:lstStyle/>
        <a:p>
          <a:endParaRPr lang="en-US"/>
        </a:p>
      </dgm:t>
    </dgm:pt>
    <dgm:pt modelId="{EDB8EC92-654E-4845-8DB3-DB575DB10030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/>
            <a:t>• Readiness for next phase</a:t>
          </a:r>
        </a:p>
      </dgm:t>
    </dgm:pt>
    <dgm:pt modelId="{73B30F6C-A417-45FF-9EC5-08DC1C961C54}" type="parTrans" cxnId="{2C18CA3A-53D7-48BC-8BAB-044D5BC06584}">
      <dgm:prSet/>
      <dgm:spPr/>
      <dgm:t>
        <a:bodyPr/>
        <a:lstStyle/>
        <a:p>
          <a:endParaRPr lang="en-US"/>
        </a:p>
      </dgm:t>
    </dgm:pt>
    <dgm:pt modelId="{383D1B38-640D-4483-B6C5-40373DF792E1}" type="sibTrans" cxnId="{2C18CA3A-53D7-48BC-8BAB-044D5BC06584}">
      <dgm:prSet/>
      <dgm:spPr/>
      <dgm:t>
        <a:bodyPr/>
        <a:lstStyle/>
        <a:p>
          <a:endParaRPr lang="en-US"/>
        </a:p>
      </dgm:t>
    </dgm:pt>
    <dgm:pt modelId="{4BEE9FC5-9D99-43F5-9896-55E095866CA4}" type="pres">
      <dgm:prSet presAssocID="{5AD3C1AD-1BF7-487C-9F6C-3A32CAF6D2CF}" presName="root" presStyleCnt="0">
        <dgm:presLayoutVars>
          <dgm:dir/>
          <dgm:resizeHandles val="exact"/>
        </dgm:presLayoutVars>
      </dgm:prSet>
      <dgm:spPr/>
    </dgm:pt>
    <dgm:pt modelId="{6C250AD5-6D97-4D2D-8AE2-BBD689EC38A9}" type="pres">
      <dgm:prSet presAssocID="{5D06ECDB-EE6A-47FF-8977-B5DC1894034F}" presName="compNode" presStyleCnt="0"/>
      <dgm:spPr/>
    </dgm:pt>
    <dgm:pt modelId="{439C3737-5C8F-4369-9C01-FD92469D5B8C}" type="pres">
      <dgm:prSet presAssocID="{5D06ECDB-EE6A-47FF-8977-B5DC1894034F}" presName="iconBgRect" presStyleLbl="bgShp" presStyleIdx="0" presStyleCnt="2" custLinFactNeighborX="463" custLinFactNeighborY="23236"/>
      <dgm:spPr/>
    </dgm:pt>
    <dgm:pt modelId="{75EF187D-FB13-47DA-B2D1-16DD18F39166}" type="pres">
      <dgm:prSet presAssocID="{5D06ECDB-EE6A-47FF-8977-B5DC1894034F}" presName="iconRect" presStyleLbl="node1" presStyleIdx="0" presStyleCnt="2" custLinFactNeighborX="3225" custLinFactNeighborY="4066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EF6483DF-91D3-4EE2-8441-96D77EE736EC}" type="pres">
      <dgm:prSet presAssocID="{5D06ECDB-EE6A-47FF-8977-B5DC1894034F}" presName="spaceRect" presStyleCnt="0"/>
      <dgm:spPr/>
    </dgm:pt>
    <dgm:pt modelId="{FEFCA105-AB5F-4E79-A208-4C25D2FCF341}" type="pres">
      <dgm:prSet presAssocID="{5D06ECDB-EE6A-47FF-8977-B5DC1894034F}" presName="textRect" presStyleLbl="revTx" presStyleIdx="0" presStyleCnt="2">
        <dgm:presLayoutVars>
          <dgm:chMax val="1"/>
          <dgm:chPref val="1"/>
        </dgm:presLayoutVars>
      </dgm:prSet>
      <dgm:spPr/>
    </dgm:pt>
    <dgm:pt modelId="{CDE25E74-9BAF-430D-9070-934D4AC3769B}" type="pres">
      <dgm:prSet presAssocID="{37B83305-AE5C-4DE4-A347-2A2FC111B717}" presName="sibTrans" presStyleCnt="0"/>
      <dgm:spPr/>
    </dgm:pt>
    <dgm:pt modelId="{B0E308AD-2779-4D64-B4B9-E71D15058AC0}" type="pres">
      <dgm:prSet presAssocID="{EDB8EC92-654E-4845-8DB3-DB575DB10030}" presName="compNode" presStyleCnt="0"/>
      <dgm:spPr/>
    </dgm:pt>
    <dgm:pt modelId="{D88D0EA3-6299-4C5D-A15E-DBE5AB9670A2}" type="pres">
      <dgm:prSet presAssocID="{EDB8EC92-654E-4845-8DB3-DB575DB10030}" presName="iconBgRect" presStyleLbl="bgShp" presStyleIdx="1" presStyleCnt="2" custLinFactNeighborX="1851" custLinFactNeighborY="23332"/>
      <dgm:spPr/>
    </dgm:pt>
    <dgm:pt modelId="{293196A5-1BE8-410B-AD78-7DAE629C1724}" type="pres">
      <dgm:prSet presAssocID="{EDB8EC92-654E-4845-8DB3-DB575DB10030}" presName="iconRect" presStyleLbl="node1" presStyleIdx="1" presStyleCnt="2" custLinFactNeighborX="3225" custLinFactNeighborY="4066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eckmark"/>
        </a:ext>
      </dgm:extLst>
    </dgm:pt>
    <dgm:pt modelId="{155C5220-A84B-4813-98D3-A16C89429058}" type="pres">
      <dgm:prSet presAssocID="{EDB8EC92-654E-4845-8DB3-DB575DB10030}" presName="spaceRect" presStyleCnt="0"/>
      <dgm:spPr/>
    </dgm:pt>
    <dgm:pt modelId="{347ECA9C-0D4A-4F9B-8936-3221115421E8}" type="pres">
      <dgm:prSet presAssocID="{EDB8EC92-654E-4845-8DB3-DB575DB10030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75AE2704-B21D-4121-B111-5D8D91587CC6}" srcId="{5AD3C1AD-1BF7-487C-9F6C-3A32CAF6D2CF}" destId="{5D06ECDB-EE6A-47FF-8977-B5DC1894034F}" srcOrd="0" destOrd="0" parTransId="{4BF254DE-1EBF-4DD4-8829-999B94A3BB2B}" sibTransId="{37B83305-AE5C-4DE4-A347-2A2FC111B717}"/>
    <dgm:cxn modelId="{2C18CA3A-53D7-48BC-8BAB-044D5BC06584}" srcId="{5AD3C1AD-1BF7-487C-9F6C-3A32CAF6D2CF}" destId="{EDB8EC92-654E-4845-8DB3-DB575DB10030}" srcOrd="1" destOrd="0" parTransId="{73B30F6C-A417-45FF-9EC5-08DC1C961C54}" sibTransId="{383D1B38-640D-4483-B6C5-40373DF792E1}"/>
    <dgm:cxn modelId="{5F899340-9602-49F0-9684-3310557B52FF}" type="presOf" srcId="{5AD3C1AD-1BF7-487C-9F6C-3A32CAF6D2CF}" destId="{4BEE9FC5-9D99-43F5-9896-55E095866CA4}" srcOrd="0" destOrd="0" presId="urn:microsoft.com/office/officeart/2018/5/layout/IconCircleLabelList"/>
    <dgm:cxn modelId="{A825709C-BD97-463D-A511-AE2DE2850498}" type="presOf" srcId="{EDB8EC92-654E-4845-8DB3-DB575DB10030}" destId="{347ECA9C-0D4A-4F9B-8936-3221115421E8}" srcOrd="0" destOrd="0" presId="urn:microsoft.com/office/officeart/2018/5/layout/IconCircleLabelList"/>
    <dgm:cxn modelId="{22877FA6-2011-4932-9F04-6760DCAF5832}" type="presOf" srcId="{5D06ECDB-EE6A-47FF-8977-B5DC1894034F}" destId="{FEFCA105-AB5F-4E79-A208-4C25D2FCF341}" srcOrd="0" destOrd="0" presId="urn:microsoft.com/office/officeart/2018/5/layout/IconCircleLabelList"/>
    <dgm:cxn modelId="{9E0BB73B-2B71-46A5-A19A-758C13BD9871}" type="presParOf" srcId="{4BEE9FC5-9D99-43F5-9896-55E095866CA4}" destId="{6C250AD5-6D97-4D2D-8AE2-BBD689EC38A9}" srcOrd="0" destOrd="0" presId="urn:microsoft.com/office/officeart/2018/5/layout/IconCircleLabelList"/>
    <dgm:cxn modelId="{8BC65EA6-93E3-4AAB-82C6-122B40E0F3CC}" type="presParOf" srcId="{6C250AD5-6D97-4D2D-8AE2-BBD689EC38A9}" destId="{439C3737-5C8F-4369-9C01-FD92469D5B8C}" srcOrd="0" destOrd="0" presId="urn:microsoft.com/office/officeart/2018/5/layout/IconCircleLabelList"/>
    <dgm:cxn modelId="{0C269FA0-7227-4D0A-B6EB-9FF96D709B6B}" type="presParOf" srcId="{6C250AD5-6D97-4D2D-8AE2-BBD689EC38A9}" destId="{75EF187D-FB13-47DA-B2D1-16DD18F39166}" srcOrd="1" destOrd="0" presId="urn:microsoft.com/office/officeart/2018/5/layout/IconCircleLabelList"/>
    <dgm:cxn modelId="{7D25A097-83A9-4F32-B5E1-0009B0C1E53C}" type="presParOf" srcId="{6C250AD5-6D97-4D2D-8AE2-BBD689EC38A9}" destId="{EF6483DF-91D3-4EE2-8441-96D77EE736EC}" srcOrd="2" destOrd="0" presId="urn:microsoft.com/office/officeart/2018/5/layout/IconCircleLabelList"/>
    <dgm:cxn modelId="{F1C3A792-975C-41AE-998D-3BB5EE77586B}" type="presParOf" srcId="{6C250AD5-6D97-4D2D-8AE2-BBD689EC38A9}" destId="{FEFCA105-AB5F-4E79-A208-4C25D2FCF341}" srcOrd="3" destOrd="0" presId="urn:microsoft.com/office/officeart/2018/5/layout/IconCircleLabelList"/>
    <dgm:cxn modelId="{B7DFCBD8-B375-4A75-BF7A-E50CB9D957C0}" type="presParOf" srcId="{4BEE9FC5-9D99-43F5-9896-55E095866CA4}" destId="{CDE25E74-9BAF-430D-9070-934D4AC3769B}" srcOrd="1" destOrd="0" presId="urn:microsoft.com/office/officeart/2018/5/layout/IconCircleLabelList"/>
    <dgm:cxn modelId="{90FFA5B8-EBC9-4E9C-B9EC-21995F678DD6}" type="presParOf" srcId="{4BEE9FC5-9D99-43F5-9896-55E095866CA4}" destId="{B0E308AD-2779-4D64-B4B9-E71D15058AC0}" srcOrd="2" destOrd="0" presId="urn:microsoft.com/office/officeart/2018/5/layout/IconCircleLabelList"/>
    <dgm:cxn modelId="{FE94A27C-DE38-4570-8EE3-337826C11253}" type="presParOf" srcId="{B0E308AD-2779-4D64-B4B9-E71D15058AC0}" destId="{D88D0EA3-6299-4C5D-A15E-DBE5AB9670A2}" srcOrd="0" destOrd="0" presId="urn:microsoft.com/office/officeart/2018/5/layout/IconCircleLabelList"/>
    <dgm:cxn modelId="{CD566CF8-E4CA-41AF-B105-8793C641D77D}" type="presParOf" srcId="{B0E308AD-2779-4D64-B4B9-E71D15058AC0}" destId="{293196A5-1BE8-410B-AD78-7DAE629C1724}" srcOrd="1" destOrd="0" presId="urn:microsoft.com/office/officeart/2018/5/layout/IconCircleLabelList"/>
    <dgm:cxn modelId="{205CE519-2356-439E-812A-858146699E70}" type="presParOf" srcId="{B0E308AD-2779-4D64-B4B9-E71D15058AC0}" destId="{155C5220-A84B-4813-98D3-A16C89429058}" srcOrd="2" destOrd="0" presId="urn:microsoft.com/office/officeart/2018/5/layout/IconCircleLabelList"/>
    <dgm:cxn modelId="{0EC482D4-7C4E-485E-99F6-4A3843A63098}" type="presParOf" srcId="{B0E308AD-2779-4D64-B4B9-E71D15058AC0}" destId="{347ECA9C-0D4A-4F9B-8936-3221115421E8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39DF643-D930-4EDF-8DD0-24FDB5847FE4}">
      <dsp:nvSpPr>
        <dsp:cNvPr id="0" name=""/>
        <dsp:cNvSpPr/>
      </dsp:nvSpPr>
      <dsp:spPr>
        <a:xfrm>
          <a:off x="0" y="511132"/>
          <a:ext cx="5936452" cy="12168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1920" tIns="121920" rIns="121920" bIns="121920" numCol="1" spcCol="1270" anchor="ctr" anchorCtr="0">
          <a:noAutofit/>
        </a:bodyPr>
        <a:lstStyle/>
        <a:p>
          <a:pPr marL="0" lvl="0" indent="0" algn="l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>
              <a:latin typeface="Calibri"/>
            </a:rPr>
            <a:t>Project: Happy feet</a:t>
          </a:r>
          <a:endParaRPr lang="en-US" sz="3200" kern="1200"/>
        </a:p>
      </dsp:txBody>
      <dsp:txXfrm>
        <a:off x="59399" y="570531"/>
        <a:ext cx="5817654" cy="1098002"/>
      </dsp:txXfrm>
    </dsp:sp>
    <dsp:sp modelId="{8F8911D6-F8DB-4E00-86E0-2B8E8948D612}">
      <dsp:nvSpPr>
        <dsp:cNvPr id="0" name=""/>
        <dsp:cNvSpPr/>
      </dsp:nvSpPr>
      <dsp:spPr>
        <a:xfrm>
          <a:off x="0" y="1727932"/>
          <a:ext cx="5936452" cy="1648237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8482" tIns="30480" rIns="170688" bIns="30480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S Venkata Rami Reddy  - RAE23038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/>
            <a:t>A C Anirudh                     - RAE23003</a:t>
          </a:r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400" kern="1200" dirty="0"/>
            <a:t>Nihal </a:t>
          </a:r>
          <a:r>
            <a:rPr lang="en-US" sz="2400" kern="1200" dirty="0" err="1"/>
            <a:t>Paleti</a:t>
          </a:r>
          <a:r>
            <a:rPr lang="en-US" sz="2400" kern="1200" dirty="0"/>
            <a:t>                      - RAE23029</a:t>
          </a:r>
        </a:p>
      </dsp:txBody>
      <dsp:txXfrm>
        <a:off x="0" y="1727932"/>
        <a:ext cx="5936452" cy="1648237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A44A0C7-57C6-4AA8-94B0-77BA08C25157}">
      <dsp:nvSpPr>
        <dsp:cNvPr id="0" name=""/>
        <dsp:cNvSpPr/>
      </dsp:nvSpPr>
      <dsp:spPr>
        <a:xfrm>
          <a:off x="0" y="0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Inefficient and Over-engineered Humanoids for Home-Assistance</a:t>
          </a:r>
        </a:p>
      </dsp:txBody>
      <dsp:txXfrm>
        <a:off x="38234" y="38234"/>
        <a:ext cx="7529629" cy="1228933"/>
      </dsp:txXfrm>
    </dsp:sp>
    <dsp:sp modelId="{411D37FF-D103-4DC5-921D-7BDF8D7FB504}">
      <dsp:nvSpPr>
        <dsp:cNvPr id="0" name=""/>
        <dsp:cNvSpPr/>
      </dsp:nvSpPr>
      <dsp:spPr>
        <a:xfrm>
          <a:off x="788669" y="1522968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The gap between research and implementation of Robots in daily life is still large</a:t>
          </a:r>
        </a:p>
      </dsp:txBody>
      <dsp:txXfrm>
        <a:off x="826903" y="1561202"/>
        <a:ext cx="7224611" cy="1228933"/>
      </dsp:txXfrm>
    </dsp:sp>
    <dsp:sp modelId="{7AE755F0-0CCD-4E12-A28B-D01B60592843}">
      <dsp:nvSpPr>
        <dsp:cNvPr id="0" name=""/>
        <dsp:cNvSpPr/>
      </dsp:nvSpPr>
      <dsp:spPr>
        <a:xfrm>
          <a:off x="1577339" y="3045936"/>
          <a:ext cx="8938260" cy="1305401"/>
        </a:xfrm>
        <a:prstGeom prst="roundRect">
          <a:avLst>
            <a:gd name="adj" fmla="val 10000"/>
          </a:avLst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2870" tIns="102870" rIns="102870" bIns="102870" numCol="1" spcCol="1270" anchor="ctr" anchorCtr="0">
          <a:noAutofit/>
        </a:bodyPr>
        <a:lstStyle/>
        <a:p>
          <a:pPr marL="0" lvl="0" indent="0" algn="l" defTabSz="1200150" rtl="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700" kern="1200"/>
            <a:t>• Limited application of HRI and IoT tuned for Elders at home</a:t>
          </a:r>
        </a:p>
      </dsp:txBody>
      <dsp:txXfrm>
        <a:off x="1615573" y="3084170"/>
        <a:ext cx="7224611" cy="1228933"/>
      </dsp:txXfrm>
    </dsp:sp>
    <dsp:sp modelId="{897E794D-413E-4C76-9282-DE2C6B1895D7}">
      <dsp:nvSpPr>
        <dsp:cNvPr id="0" name=""/>
        <dsp:cNvSpPr/>
      </dsp:nvSpPr>
      <dsp:spPr>
        <a:xfrm>
          <a:off x="8089749" y="989929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8280664" y="989929"/>
        <a:ext cx="466680" cy="638504"/>
      </dsp:txXfrm>
    </dsp:sp>
    <dsp:sp modelId="{4B0AF81C-CD83-4A33-8DC0-00BE987B9C47}">
      <dsp:nvSpPr>
        <dsp:cNvPr id="0" name=""/>
        <dsp:cNvSpPr/>
      </dsp:nvSpPr>
      <dsp:spPr>
        <a:xfrm>
          <a:off x="8878419" y="2504195"/>
          <a:ext cx="848510" cy="84851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5025821"/>
            <a:satOff val="-4378"/>
            <a:lumOff val="-6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5025821"/>
              <a:satOff val="-4378"/>
              <a:lumOff val="-6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600" kern="1200"/>
        </a:p>
      </dsp:txBody>
      <dsp:txXfrm>
        <a:off x="9069334" y="2504195"/>
        <a:ext cx="466680" cy="63850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A67414-0E35-4D6A-B3E4-2A19980893F0}">
      <dsp:nvSpPr>
        <dsp:cNvPr id="0" name=""/>
        <dsp:cNvSpPr/>
      </dsp:nvSpPr>
      <dsp:spPr>
        <a:xfrm>
          <a:off x="0" y="0"/>
          <a:ext cx="9197340" cy="1120139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There is a gap between technologically complex robots and emotionally engaging companions that are affordable and sustainable</a:t>
          </a:r>
        </a:p>
      </dsp:txBody>
      <dsp:txXfrm>
        <a:off x="32808" y="32808"/>
        <a:ext cx="7988621" cy="1054523"/>
      </dsp:txXfrm>
    </dsp:sp>
    <dsp:sp modelId="{B07A3EB9-4775-4ED1-BA7E-FC086E11E1E6}">
      <dsp:nvSpPr>
        <dsp:cNvPr id="0" name=""/>
        <dsp:cNvSpPr/>
      </dsp:nvSpPr>
      <dsp:spPr>
        <a:xfrm>
          <a:off x="811529" y="1306829"/>
          <a:ext cx="9197340" cy="1120139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Elderly and assistance-requiring citizens who live alone/isolated</a:t>
          </a:r>
        </a:p>
      </dsp:txBody>
      <dsp:txXfrm>
        <a:off x="844337" y="1339637"/>
        <a:ext cx="7592103" cy="1054523"/>
      </dsp:txXfrm>
    </dsp:sp>
    <dsp:sp modelId="{895AECE7-1245-410D-9B16-9AFFEC2E97D3}">
      <dsp:nvSpPr>
        <dsp:cNvPr id="0" name=""/>
        <dsp:cNvSpPr/>
      </dsp:nvSpPr>
      <dsp:spPr>
        <a:xfrm>
          <a:off x="1623059" y="2613659"/>
          <a:ext cx="9197340" cy="1120139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80010" tIns="80010" rIns="80010" bIns="80010" numCol="1" spcCol="1270" anchor="ctr" anchorCtr="0">
          <a:noAutofit/>
        </a:bodyPr>
        <a:lstStyle/>
        <a:p>
          <a:pPr marL="0" lvl="0" indent="0" algn="l" defTabSz="933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100" kern="1200"/>
            <a:t>• Simple household with ample lighting and network with no hazard for Robot</a:t>
          </a:r>
        </a:p>
      </dsp:txBody>
      <dsp:txXfrm>
        <a:off x="1655867" y="2646467"/>
        <a:ext cx="7592103" cy="1054523"/>
      </dsp:txXfrm>
    </dsp:sp>
    <dsp:sp modelId="{ACBC529A-3815-4F81-B75B-A26CEC4728FC}">
      <dsp:nvSpPr>
        <dsp:cNvPr id="0" name=""/>
        <dsp:cNvSpPr/>
      </dsp:nvSpPr>
      <dsp:spPr>
        <a:xfrm>
          <a:off x="8469249" y="849439"/>
          <a:ext cx="728090" cy="728090"/>
        </a:xfrm>
        <a:prstGeom prst="downArrow">
          <a:avLst>
            <a:gd name="adj1" fmla="val 55000"/>
            <a:gd name="adj2" fmla="val 45000"/>
          </a:avLst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8633069" y="849439"/>
        <a:ext cx="400450" cy="547888"/>
      </dsp:txXfrm>
    </dsp:sp>
    <dsp:sp modelId="{35D09A3F-412E-4856-BE5C-69FEBDF19DE3}">
      <dsp:nvSpPr>
        <dsp:cNvPr id="0" name=""/>
        <dsp:cNvSpPr/>
      </dsp:nvSpPr>
      <dsp:spPr>
        <a:xfrm>
          <a:off x="9280779" y="2148801"/>
          <a:ext cx="728090" cy="728090"/>
        </a:xfrm>
        <a:prstGeom prst="downArrow">
          <a:avLst>
            <a:gd name="adj1" fmla="val 55000"/>
            <a:gd name="adj2" fmla="val 45000"/>
          </a:avLst>
        </a:prstGeom>
        <a:solidFill>
          <a:schemeClr val="accent3">
            <a:tint val="40000"/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1910" tIns="41910" rIns="41910" bIns="41910" numCol="1" spcCol="1270" anchor="ctr" anchorCtr="0">
          <a:noAutofit/>
        </a:bodyPr>
        <a:lstStyle/>
        <a:p>
          <a:pPr marL="0" lvl="0" indent="0" algn="ctr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300" kern="1200"/>
        </a:p>
      </dsp:txBody>
      <dsp:txXfrm>
        <a:off x="9444599" y="2148801"/>
        <a:ext cx="400450" cy="547888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EFC9D74-C3BB-4B29-ABB2-EB9C40634F62}">
      <dsp:nvSpPr>
        <dsp:cNvPr id="0" name=""/>
        <dsp:cNvSpPr/>
      </dsp:nvSpPr>
      <dsp:spPr>
        <a:xfrm>
          <a:off x="664949" y="224399"/>
          <a:ext cx="1955812" cy="195581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481A38-43A6-47C3-9257-CD606B201B5A}">
      <dsp:nvSpPr>
        <dsp:cNvPr id="0" name=""/>
        <dsp:cNvSpPr/>
      </dsp:nvSpPr>
      <dsp:spPr>
        <a:xfrm>
          <a:off x="1081762" y="641211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49785E-2704-4AAB-B6ED-C3AA659E85F6}">
      <dsp:nvSpPr>
        <dsp:cNvPr id="0" name=""/>
        <dsp:cNvSpPr/>
      </dsp:nvSpPr>
      <dsp:spPr>
        <a:xfrm>
          <a:off x="39731" y="2789399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</a:t>
          </a:r>
          <a:r>
            <a:rPr lang="en-US" sz="2300" kern="1200">
              <a:latin typeface="Calibri"/>
            </a:rPr>
            <a:t>Trusting and depend on robot</a:t>
          </a:r>
          <a:endParaRPr lang="en-US" sz="2300" kern="1200"/>
        </a:p>
      </dsp:txBody>
      <dsp:txXfrm>
        <a:off x="39731" y="2789399"/>
        <a:ext cx="3206250" cy="720000"/>
      </dsp:txXfrm>
    </dsp:sp>
    <dsp:sp modelId="{F8794770-C826-44DC-BD52-5C783F890AF0}">
      <dsp:nvSpPr>
        <dsp:cNvPr id="0" name=""/>
        <dsp:cNvSpPr/>
      </dsp:nvSpPr>
      <dsp:spPr>
        <a:xfrm>
          <a:off x="4432293" y="224399"/>
          <a:ext cx="1955812" cy="195581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01014AF-8F43-49E0-9902-E518597DEE4E}">
      <dsp:nvSpPr>
        <dsp:cNvPr id="0" name=""/>
        <dsp:cNvSpPr/>
      </dsp:nvSpPr>
      <dsp:spPr>
        <a:xfrm>
          <a:off x="4849106" y="641211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EB97B6E-1446-4197-90FE-6B5A2F526209}">
      <dsp:nvSpPr>
        <dsp:cNvPr id="0" name=""/>
        <dsp:cNvSpPr/>
      </dsp:nvSpPr>
      <dsp:spPr>
        <a:xfrm>
          <a:off x="3807075" y="2789399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</a:t>
          </a:r>
          <a:r>
            <a:rPr lang="en-US" sz="2300" kern="1200">
              <a:latin typeface="Calibri"/>
            </a:rPr>
            <a:t>Provide companionship.</a:t>
          </a:r>
          <a:endParaRPr lang="en-US" sz="2300" kern="1200"/>
        </a:p>
      </dsp:txBody>
      <dsp:txXfrm>
        <a:off x="3807075" y="2789399"/>
        <a:ext cx="3206250" cy="720000"/>
      </dsp:txXfrm>
    </dsp:sp>
    <dsp:sp modelId="{10941D3C-9FC2-4DD6-9D93-BDA7C28BA1A0}">
      <dsp:nvSpPr>
        <dsp:cNvPr id="0" name=""/>
        <dsp:cNvSpPr/>
      </dsp:nvSpPr>
      <dsp:spPr>
        <a:xfrm>
          <a:off x="8199637" y="224399"/>
          <a:ext cx="1955812" cy="1955812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CE2DD85-F560-4CAA-BE4F-1A6951B7D5F2}">
      <dsp:nvSpPr>
        <dsp:cNvPr id="0" name=""/>
        <dsp:cNvSpPr/>
      </dsp:nvSpPr>
      <dsp:spPr>
        <a:xfrm>
          <a:off x="8616450" y="641211"/>
          <a:ext cx="1122187" cy="11221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28B5FF-B3BD-4A77-93D1-FEDD7D1DAF40}">
      <dsp:nvSpPr>
        <dsp:cNvPr id="0" name=""/>
        <dsp:cNvSpPr/>
      </dsp:nvSpPr>
      <dsp:spPr>
        <a:xfrm>
          <a:off x="7574418" y="2789399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</a:t>
          </a:r>
          <a:r>
            <a:rPr lang="en-US" sz="2300" kern="1200">
              <a:latin typeface="Calibri"/>
            </a:rPr>
            <a:t>To be Handled with care and safety</a:t>
          </a:r>
          <a:endParaRPr lang="en-US" sz="2300" kern="1200"/>
        </a:p>
      </dsp:txBody>
      <dsp:txXfrm>
        <a:off x="7574418" y="2789399"/>
        <a:ext cx="320625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3A9DEA-8889-429B-9579-5C9A196DDE48}">
      <dsp:nvSpPr>
        <dsp:cNvPr id="0" name=""/>
        <dsp:cNvSpPr/>
      </dsp:nvSpPr>
      <dsp:spPr>
        <a:xfrm>
          <a:off x="916987" y="593783"/>
          <a:ext cx="1444246" cy="14442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03B0015-D5AD-4ED1-A979-A9C715998F49}">
      <dsp:nvSpPr>
        <dsp:cNvPr id="0" name=""/>
        <dsp:cNvSpPr/>
      </dsp:nvSpPr>
      <dsp:spPr>
        <a:xfrm>
          <a:off x="34392" y="2420015"/>
          <a:ext cx="32094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</a:t>
          </a:r>
          <a:r>
            <a:rPr lang="en-US" sz="2300" kern="1200">
              <a:latin typeface="Calibri"/>
            </a:rPr>
            <a:t>Robust Control</a:t>
          </a:r>
          <a:endParaRPr lang="en-US" sz="2300" kern="1200"/>
        </a:p>
      </dsp:txBody>
      <dsp:txXfrm>
        <a:off x="34392" y="2420015"/>
        <a:ext cx="3209437" cy="720000"/>
      </dsp:txXfrm>
    </dsp:sp>
    <dsp:sp modelId="{236BA056-1664-4F95-8793-5B3DBA12DDE7}">
      <dsp:nvSpPr>
        <dsp:cNvPr id="0" name=""/>
        <dsp:cNvSpPr/>
      </dsp:nvSpPr>
      <dsp:spPr>
        <a:xfrm>
          <a:off x="4688076" y="593783"/>
          <a:ext cx="1444246" cy="14442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30D5AA-B1A6-40AC-8857-D58619CD0366}">
      <dsp:nvSpPr>
        <dsp:cNvPr id="0" name=""/>
        <dsp:cNvSpPr/>
      </dsp:nvSpPr>
      <dsp:spPr>
        <a:xfrm>
          <a:off x="3805481" y="2420015"/>
          <a:ext cx="32094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</a:t>
          </a:r>
          <a:r>
            <a:rPr lang="en-US" sz="2300" kern="1200">
              <a:latin typeface="Calibri"/>
            </a:rPr>
            <a:t>Communicates using AI, and using VLA</a:t>
          </a:r>
          <a:endParaRPr lang="en-US" sz="2300" kern="1200"/>
        </a:p>
      </dsp:txBody>
      <dsp:txXfrm>
        <a:off x="3805481" y="2420015"/>
        <a:ext cx="3209437" cy="720000"/>
      </dsp:txXfrm>
    </dsp:sp>
    <dsp:sp modelId="{F1DB3D81-7E00-4C9D-8556-4C72C424DC99}">
      <dsp:nvSpPr>
        <dsp:cNvPr id="0" name=""/>
        <dsp:cNvSpPr/>
      </dsp:nvSpPr>
      <dsp:spPr>
        <a:xfrm>
          <a:off x="8459165" y="593783"/>
          <a:ext cx="1444246" cy="14442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3159975-1E56-4FBF-A3B8-BB3FC461C293}">
      <dsp:nvSpPr>
        <dsp:cNvPr id="0" name=""/>
        <dsp:cNvSpPr/>
      </dsp:nvSpPr>
      <dsp:spPr>
        <a:xfrm>
          <a:off x="7576570" y="2420015"/>
          <a:ext cx="32094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 rtl="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</a:t>
          </a:r>
          <a:r>
            <a:rPr lang="en-US" sz="2300" kern="1200">
              <a:latin typeface="Calibri"/>
            </a:rPr>
            <a:t>Soft and Flexible design</a:t>
          </a:r>
          <a:endParaRPr lang="en-US" sz="2300" kern="1200"/>
        </a:p>
      </dsp:txBody>
      <dsp:txXfrm>
        <a:off x="7576570" y="2420015"/>
        <a:ext cx="3209437" cy="720000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64E76F-25AB-4F91-9230-AEFCDF44244C}">
      <dsp:nvSpPr>
        <dsp:cNvPr id="0" name=""/>
        <dsp:cNvSpPr/>
      </dsp:nvSpPr>
      <dsp:spPr>
        <a:xfrm>
          <a:off x="916987" y="593783"/>
          <a:ext cx="1444246" cy="14442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5777B29-E14C-4A64-B995-32719700543C}">
      <dsp:nvSpPr>
        <dsp:cNvPr id="0" name=""/>
        <dsp:cNvSpPr/>
      </dsp:nvSpPr>
      <dsp:spPr>
        <a:xfrm>
          <a:off x="34392" y="2420015"/>
          <a:ext cx="32094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Camera, Voice, and IoT Sensors</a:t>
          </a:r>
        </a:p>
      </dsp:txBody>
      <dsp:txXfrm>
        <a:off x="34392" y="2420015"/>
        <a:ext cx="3209437" cy="720000"/>
      </dsp:txXfrm>
    </dsp:sp>
    <dsp:sp modelId="{1D3F2D0E-81E0-40D7-B758-2B91208B970E}">
      <dsp:nvSpPr>
        <dsp:cNvPr id="0" name=""/>
        <dsp:cNvSpPr/>
      </dsp:nvSpPr>
      <dsp:spPr>
        <a:xfrm>
          <a:off x="4688076" y="593783"/>
          <a:ext cx="1444246" cy="14442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6AA49C4-F344-42C4-A15E-CA04386FDE09}">
      <dsp:nvSpPr>
        <dsp:cNvPr id="0" name=""/>
        <dsp:cNvSpPr/>
      </dsp:nvSpPr>
      <dsp:spPr>
        <a:xfrm>
          <a:off x="3805481" y="2420015"/>
          <a:ext cx="32094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DRL, HRI and CV</a:t>
          </a:r>
        </a:p>
      </dsp:txBody>
      <dsp:txXfrm>
        <a:off x="3805481" y="2420015"/>
        <a:ext cx="3209437" cy="720000"/>
      </dsp:txXfrm>
    </dsp:sp>
    <dsp:sp modelId="{4EBC4630-472A-4A2B-8F4E-0DA158AFC358}">
      <dsp:nvSpPr>
        <dsp:cNvPr id="0" name=""/>
        <dsp:cNvSpPr/>
      </dsp:nvSpPr>
      <dsp:spPr>
        <a:xfrm>
          <a:off x="8459165" y="593783"/>
          <a:ext cx="1444246" cy="1444246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5EF6536-0F92-4458-A4CC-72DCE37DA571}">
      <dsp:nvSpPr>
        <dsp:cNvPr id="0" name=""/>
        <dsp:cNvSpPr/>
      </dsp:nvSpPr>
      <dsp:spPr>
        <a:xfrm>
          <a:off x="7576570" y="2420015"/>
          <a:ext cx="3209437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kern="1200"/>
            <a:t>• VLA and IoT</a:t>
          </a:r>
        </a:p>
      </dsp:txBody>
      <dsp:txXfrm>
        <a:off x="7576570" y="2420015"/>
        <a:ext cx="3209437" cy="72000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DCDA94B-62F3-4EA5-90A1-71B9B66A00AE}">
      <dsp:nvSpPr>
        <dsp:cNvPr id="0" name=""/>
        <dsp:cNvSpPr/>
      </dsp:nvSpPr>
      <dsp:spPr>
        <a:xfrm>
          <a:off x="638078" y="327365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9E829D-D2A3-43E6-B361-7945D377FE12}">
      <dsp:nvSpPr>
        <dsp:cNvPr id="0" name=""/>
        <dsp:cNvSpPr/>
      </dsp:nvSpPr>
      <dsp:spPr>
        <a:xfrm>
          <a:off x="1011016" y="700302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E204B37-C5FB-4CDD-BEFF-E9F03E39C090}">
      <dsp:nvSpPr>
        <dsp:cNvPr id="0" name=""/>
        <dsp:cNvSpPr/>
      </dsp:nvSpPr>
      <dsp:spPr>
        <a:xfrm>
          <a:off x="78672" y="2622365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</a:t>
          </a:r>
          <a:r>
            <a:rPr lang="en-US" sz="1300" kern="1200">
              <a:latin typeface="Calibri"/>
            </a:rPr>
            <a:t>Sensors-Gas sensor, temperature and humidity sensor, microphone, camera, touch sensor</a:t>
          </a:r>
          <a:endParaRPr lang="en-US" sz="1300" kern="1200"/>
        </a:p>
      </dsp:txBody>
      <dsp:txXfrm>
        <a:off x="78672" y="2622365"/>
        <a:ext cx="2868750" cy="720000"/>
      </dsp:txXfrm>
    </dsp:sp>
    <dsp:sp modelId="{95DDEE8E-6DE8-466E-B448-73B59682A28D}">
      <dsp:nvSpPr>
        <dsp:cNvPr id="0" name=""/>
        <dsp:cNvSpPr/>
      </dsp:nvSpPr>
      <dsp:spPr>
        <a:xfrm>
          <a:off x="4008859" y="327365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3A191FF-A0D8-4B84-ABE5-0FE6278FF176}">
      <dsp:nvSpPr>
        <dsp:cNvPr id="0" name=""/>
        <dsp:cNvSpPr/>
      </dsp:nvSpPr>
      <dsp:spPr>
        <a:xfrm>
          <a:off x="4381797" y="700302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C805F4-0048-458E-834E-7837C5B39ECF}">
      <dsp:nvSpPr>
        <dsp:cNvPr id="0" name=""/>
        <dsp:cNvSpPr/>
      </dsp:nvSpPr>
      <dsp:spPr>
        <a:xfrm>
          <a:off x="3449453" y="2622365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</a:t>
          </a:r>
          <a:r>
            <a:rPr lang="en-US" sz="1300" kern="1200">
              <a:latin typeface="Calibri"/>
            </a:rPr>
            <a:t>bobbing action, waddling motion</a:t>
          </a:r>
          <a:endParaRPr lang="en-US" sz="1300" kern="1200"/>
        </a:p>
      </dsp:txBody>
      <dsp:txXfrm>
        <a:off x="3449453" y="2622365"/>
        <a:ext cx="2868750" cy="720000"/>
      </dsp:txXfrm>
    </dsp:sp>
    <dsp:sp modelId="{2180647C-9248-48BD-AF45-FE6E157F3A38}">
      <dsp:nvSpPr>
        <dsp:cNvPr id="0" name=""/>
        <dsp:cNvSpPr/>
      </dsp:nvSpPr>
      <dsp:spPr>
        <a:xfrm>
          <a:off x="7379641" y="327365"/>
          <a:ext cx="1749937" cy="1749937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703306-1099-44C2-8077-2D89A5BC4A6E}">
      <dsp:nvSpPr>
        <dsp:cNvPr id="0" name=""/>
        <dsp:cNvSpPr/>
      </dsp:nvSpPr>
      <dsp:spPr>
        <a:xfrm>
          <a:off x="7752578" y="700302"/>
          <a:ext cx="1004062" cy="1004062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3F0EEA-2422-4EA1-8070-3D058CF6ADAD}">
      <dsp:nvSpPr>
        <dsp:cNvPr id="0" name=""/>
        <dsp:cNvSpPr/>
      </dsp:nvSpPr>
      <dsp:spPr>
        <a:xfrm>
          <a:off x="6820234" y="2622365"/>
          <a:ext cx="28687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5778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300" kern="1200"/>
            <a:t>• </a:t>
          </a:r>
          <a:r>
            <a:rPr lang="en-US" sz="1300" kern="1200">
              <a:latin typeface="Calibri"/>
            </a:rPr>
            <a:t>Autonomous control</a:t>
          </a:r>
          <a:endParaRPr lang="en-US" sz="1300" kern="1200"/>
        </a:p>
      </dsp:txBody>
      <dsp:txXfrm>
        <a:off x="6820234" y="2622365"/>
        <a:ext cx="2868750" cy="72000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C9795AF-86BC-40A2-BB94-106B3913B57A}">
      <dsp:nvSpPr>
        <dsp:cNvPr id="0" name=""/>
        <dsp:cNvSpPr/>
      </dsp:nvSpPr>
      <dsp:spPr>
        <a:xfrm>
          <a:off x="657900" y="597981"/>
          <a:ext cx="1990125" cy="199012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0F835F-44E6-4B98-8D31-68927AFB7DE6}">
      <dsp:nvSpPr>
        <dsp:cNvPr id="0" name=""/>
        <dsp:cNvSpPr/>
      </dsp:nvSpPr>
      <dsp:spPr>
        <a:xfrm>
          <a:off x="1082025" y="1022106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9C69069-7EFD-4D54-AF20-8F1F19BB3EA8}">
      <dsp:nvSpPr>
        <dsp:cNvPr id="0" name=""/>
        <dsp:cNvSpPr/>
      </dsp:nvSpPr>
      <dsp:spPr>
        <a:xfrm>
          <a:off x="21712" y="3207981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Is it Buildable?</a:t>
          </a:r>
        </a:p>
      </dsp:txBody>
      <dsp:txXfrm>
        <a:off x="21712" y="3207981"/>
        <a:ext cx="3262500" cy="720000"/>
      </dsp:txXfrm>
    </dsp:sp>
    <dsp:sp modelId="{96683051-67A2-4C8A-B460-449151EE6C0B}">
      <dsp:nvSpPr>
        <dsp:cNvPr id="0" name=""/>
        <dsp:cNvSpPr/>
      </dsp:nvSpPr>
      <dsp:spPr>
        <a:xfrm>
          <a:off x="4491337" y="597981"/>
          <a:ext cx="1990125" cy="199012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83E59BB-092A-40A2-8DF0-421DA7746622}">
      <dsp:nvSpPr>
        <dsp:cNvPr id="0" name=""/>
        <dsp:cNvSpPr/>
      </dsp:nvSpPr>
      <dsp:spPr>
        <a:xfrm>
          <a:off x="4915462" y="1022106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416CCEB-7D0B-4896-B92C-26593829E98E}">
      <dsp:nvSpPr>
        <dsp:cNvPr id="0" name=""/>
        <dsp:cNvSpPr/>
      </dsp:nvSpPr>
      <dsp:spPr>
        <a:xfrm>
          <a:off x="3855150" y="3207981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Designed within typical undergraduate project cost and lab constraints</a:t>
          </a:r>
        </a:p>
      </dsp:txBody>
      <dsp:txXfrm>
        <a:off x="3855150" y="3207981"/>
        <a:ext cx="3262500" cy="720000"/>
      </dsp:txXfrm>
    </dsp:sp>
    <dsp:sp modelId="{5F7414BC-D279-4020-B6B3-75123C248B24}">
      <dsp:nvSpPr>
        <dsp:cNvPr id="0" name=""/>
        <dsp:cNvSpPr/>
      </dsp:nvSpPr>
      <dsp:spPr>
        <a:xfrm>
          <a:off x="8324775" y="597981"/>
          <a:ext cx="1990125" cy="1990125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A371169-0087-435E-9C16-BA2C7BEC35D3}">
      <dsp:nvSpPr>
        <dsp:cNvPr id="0" name=""/>
        <dsp:cNvSpPr/>
      </dsp:nvSpPr>
      <dsp:spPr>
        <a:xfrm>
          <a:off x="8748900" y="1022106"/>
          <a:ext cx="1141875" cy="114187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D5173AD-3418-47FA-9097-D11521258239}">
      <dsp:nvSpPr>
        <dsp:cNvPr id="0" name=""/>
        <dsp:cNvSpPr/>
      </dsp:nvSpPr>
      <dsp:spPr>
        <a:xfrm>
          <a:off x="7688587" y="3207981"/>
          <a:ext cx="32625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500" kern="1200"/>
            <a:t>• Risks &amp; mitigation</a:t>
          </a:r>
        </a:p>
      </dsp:txBody>
      <dsp:txXfrm>
        <a:off x="7688587" y="3207981"/>
        <a:ext cx="3262500" cy="720000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BCA327-A3E1-4776-900C-1630304273AD}">
      <dsp:nvSpPr>
        <dsp:cNvPr id="0" name=""/>
        <dsp:cNvSpPr/>
      </dsp:nvSpPr>
      <dsp:spPr>
        <a:xfrm>
          <a:off x="0" y="2703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E9B4FA-D97B-447B-8F6D-E83F27945FC1}">
      <dsp:nvSpPr>
        <dsp:cNvPr id="0" name=""/>
        <dsp:cNvSpPr/>
      </dsp:nvSpPr>
      <dsp:spPr>
        <a:xfrm>
          <a:off x="0" y="2703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• What will be demonstrated</a:t>
          </a:r>
        </a:p>
      </dsp:txBody>
      <dsp:txXfrm>
        <a:off x="0" y="2703"/>
        <a:ext cx="5175384" cy="1843578"/>
      </dsp:txXfrm>
    </dsp:sp>
    <dsp:sp modelId="{5F90123A-77BE-4CE0-891F-F921C849D5AB}">
      <dsp:nvSpPr>
        <dsp:cNvPr id="0" name=""/>
        <dsp:cNvSpPr/>
      </dsp:nvSpPr>
      <dsp:spPr>
        <a:xfrm>
          <a:off x="0" y="1846281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77FD3E1-0429-47A4-9623-D736F044E54B}">
      <dsp:nvSpPr>
        <dsp:cNvPr id="0" name=""/>
        <dsp:cNvSpPr/>
      </dsp:nvSpPr>
      <dsp:spPr>
        <a:xfrm>
          <a:off x="0" y="1846281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• Simulation/mock-up plan</a:t>
          </a:r>
        </a:p>
      </dsp:txBody>
      <dsp:txXfrm>
        <a:off x="0" y="1846281"/>
        <a:ext cx="5175384" cy="1843578"/>
      </dsp:txXfrm>
    </dsp:sp>
    <dsp:sp modelId="{561CB284-487C-437E-9F9D-C2A7ED0B5AD2}">
      <dsp:nvSpPr>
        <dsp:cNvPr id="0" name=""/>
        <dsp:cNvSpPr/>
      </dsp:nvSpPr>
      <dsp:spPr>
        <a:xfrm>
          <a:off x="0" y="3689859"/>
          <a:ext cx="5175384" cy="0"/>
        </a:xfrm>
        <a:prstGeom prst="line">
          <a:avLst/>
        </a:prstGeom>
        <a:solidFill>
          <a:schemeClr val="dk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52C1B7E-BBCF-44FB-9D2D-1837DF9FBBF5}">
      <dsp:nvSpPr>
        <dsp:cNvPr id="0" name=""/>
        <dsp:cNvSpPr/>
      </dsp:nvSpPr>
      <dsp:spPr>
        <a:xfrm>
          <a:off x="0" y="3689859"/>
          <a:ext cx="5175384" cy="184357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9070" tIns="179070" rIns="179070" bIns="179070" numCol="1" spcCol="1270" anchor="t" anchorCtr="0">
          <a:noAutofit/>
        </a:bodyPr>
        <a:lstStyle/>
        <a:p>
          <a:pPr marL="0" lvl="0" indent="0" algn="l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/>
            <a:t>• Expected output</a:t>
          </a:r>
        </a:p>
      </dsp:txBody>
      <dsp:txXfrm>
        <a:off x="0" y="3689859"/>
        <a:ext cx="5175384" cy="184357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6EBEDE-8393-42FF-A207-10BBC0A1FD6A}">
      <dsp:nvSpPr>
        <dsp:cNvPr id="0" name=""/>
        <dsp:cNvSpPr/>
      </dsp:nvSpPr>
      <dsp:spPr>
        <a:xfrm>
          <a:off x="0" y="552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F1C29EC-0570-45AC-B426-D20FA01B27F8}">
      <dsp:nvSpPr>
        <dsp:cNvPr id="0" name=""/>
        <dsp:cNvSpPr/>
      </dsp:nvSpPr>
      <dsp:spPr>
        <a:xfrm>
          <a:off x="391077" y="29143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6910094-E156-4470-B27F-65AC286E4556}">
      <dsp:nvSpPr>
        <dsp:cNvPr id="0" name=""/>
        <dsp:cNvSpPr/>
      </dsp:nvSpPr>
      <dsp:spPr>
        <a:xfrm>
          <a:off x="1493203" y="552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Novelty</a:t>
          </a:r>
        </a:p>
      </dsp:txBody>
      <dsp:txXfrm>
        <a:off x="1493203" y="552"/>
        <a:ext cx="6736396" cy="1292816"/>
      </dsp:txXfrm>
    </dsp:sp>
    <dsp:sp modelId="{A82E6649-B8F6-431B-996E-34863868B8BC}">
      <dsp:nvSpPr>
        <dsp:cNvPr id="0" name=""/>
        <dsp:cNvSpPr/>
      </dsp:nvSpPr>
      <dsp:spPr>
        <a:xfrm>
          <a:off x="0" y="161657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8531CF5-EEA9-4C21-A8F5-ACD78F1210A0}">
      <dsp:nvSpPr>
        <dsp:cNvPr id="0" name=""/>
        <dsp:cNvSpPr/>
      </dsp:nvSpPr>
      <dsp:spPr>
        <a:xfrm>
          <a:off x="391077" y="1907456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8D33348-A76F-4E96-834B-79C6071945AF}">
      <dsp:nvSpPr>
        <dsp:cNvPr id="0" name=""/>
        <dsp:cNvSpPr/>
      </dsp:nvSpPr>
      <dsp:spPr>
        <a:xfrm>
          <a:off x="1493203" y="161657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Multi-domain application</a:t>
          </a:r>
        </a:p>
      </dsp:txBody>
      <dsp:txXfrm>
        <a:off x="1493203" y="1616573"/>
        <a:ext cx="6736396" cy="1292816"/>
      </dsp:txXfrm>
    </dsp:sp>
    <dsp:sp modelId="{5E42B371-7F88-49C4-9A15-5D0EE27D30AD}">
      <dsp:nvSpPr>
        <dsp:cNvPr id="0" name=""/>
        <dsp:cNvSpPr/>
      </dsp:nvSpPr>
      <dsp:spPr>
        <a:xfrm>
          <a:off x="0" y="3232593"/>
          <a:ext cx="8229600" cy="129281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EE01E96-2AF0-44CD-BA0B-0DE3C946D6CB}">
      <dsp:nvSpPr>
        <dsp:cNvPr id="0" name=""/>
        <dsp:cNvSpPr/>
      </dsp:nvSpPr>
      <dsp:spPr>
        <a:xfrm>
          <a:off x="391077" y="3523477"/>
          <a:ext cx="711049" cy="711049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63744B-1839-4A1B-A7D4-A28921DF21EC}">
      <dsp:nvSpPr>
        <dsp:cNvPr id="0" name=""/>
        <dsp:cNvSpPr/>
      </dsp:nvSpPr>
      <dsp:spPr>
        <a:xfrm>
          <a:off x="1493203" y="3232593"/>
          <a:ext cx="6736396" cy="129281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36823" tIns="136823" rIns="136823" bIns="136823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Sustainability aspects</a:t>
          </a:r>
        </a:p>
      </dsp:txBody>
      <dsp:txXfrm>
        <a:off x="1493203" y="3232593"/>
        <a:ext cx="6736396" cy="1292816"/>
      </dsp:txXfrm>
    </dsp:sp>
  </dsp:spTree>
</dsp:drawing>
</file>

<file path=ppt/diagrams/drawing1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CAB4B0-F890-4CA8-8B56-03EDFEBE0FA4}">
      <dsp:nvSpPr>
        <dsp:cNvPr id="0" name=""/>
        <dsp:cNvSpPr/>
      </dsp:nvSpPr>
      <dsp:spPr>
        <a:xfrm>
          <a:off x="0" y="717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4D4F6FD-7181-4465-95F5-4A6DB6A85088}">
      <dsp:nvSpPr>
        <dsp:cNvPr id="0" name=""/>
        <dsp:cNvSpPr/>
      </dsp:nvSpPr>
      <dsp:spPr>
        <a:xfrm>
          <a:off x="507973" y="378548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4F066E9-560C-4B7F-A7A4-336C0186F547}">
      <dsp:nvSpPr>
        <dsp:cNvPr id="0" name=""/>
        <dsp:cNvSpPr/>
      </dsp:nvSpPr>
      <dsp:spPr>
        <a:xfrm>
          <a:off x="1939533" y="717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Next steps</a:t>
          </a:r>
        </a:p>
      </dsp:txBody>
      <dsp:txXfrm>
        <a:off x="1939533" y="717"/>
        <a:ext cx="2786667" cy="1679249"/>
      </dsp:txXfrm>
    </dsp:sp>
    <dsp:sp modelId="{7F712F31-AEB2-43DD-9727-E0F629335E3C}">
      <dsp:nvSpPr>
        <dsp:cNvPr id="0" name=""/>
        <dsp:cNvSpPr/>
      </dsp:nvSpPr>
      <dsp:spPr>
        <a:xfrm>
          <a:off x="0" y="2099779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7872287-4E68-4DBB-99E4-6C369A1189CC}">
      <dsp:nvSpPr>
        <dsp:cNvPr id="0" name=""/>
        <dsp:cNvSpPr/>
      </dsp:nvSpPr>
      <dsp:spPr>
        <a:xfrm>
          <a:off x="507973" y="2477610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4BD313C-7E94-45F8-9BA1-38284E9A5C7F}">
      <dsp:nvSpPr>
        <dsp:cNvPr id="0" name=""/>
        <dsp:cNvSpPr/>
      </dsp:nvSpPr>
      <dsp:spPr>
        <a:xfrm>
          <a:off x="1939533" y="2099779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Hardware build plan</a:t>
          </a:r>
        </a:p>
      </dsp:txBody>
      <dsp:txXfrm>
        <a:off x="1939533" y="2099779"/>
        <a:ext cx="2786667" cy="1679249"/>
      </dsp:txXfrm>
    </dsp:sp>
    <dsp:sp modelId="{7E4ECD68-3902-44C2-8473-CF97E342A56B}">
      <dsp:nvSpPr>
        <dsp:cNvPr id="0" name=""/>
        <dsp:cNvSpPr/>
      </dsp:nvSpPr>
      <dsp:spPr>
        <a:xfrm>
          <a:off x="0" y="4198841"/>
          <a:ext cx="4726201" cy="1679249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C2D325E-D054-4698-BAFA-67B02AA0ACA9}">
      <dsp:nvSpPr>
        <dsp:cNvPr id="0" name=""/>
        <dsp:cNvSpPr/>
      </dsp:nvSpPr>
      <dsp:spPr>
        <a:xfrm>
          <a:off x="507973" y="4576672"/>
          <a:ext cx="923587" cy="92358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CCF4D16-6680-4C1A-B69E-FAE8BD8C80EC}">
      <dsp:nvSpPr>
        <dsp:cNvPr id="0" name=""/>
        <dsp:cNvSpPr/>
      </dsp:nvSpPr>
      <dsp:spPr>
        <a:xfrm>
          <a:off x="1939533" y="4198841"/>
          <a:ext cx="2786667" cy="167924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77721" tIns="177721" rIns="177721" bIns="177721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Testing &amp; validation</a:t>
          </a:r>
        </a:p>
      </dsp:txBody>
      <dsp:txXfrm>
        <a:off x="1939533" y="4198841"/>
        <a:ext cx="2786667" cy="1679249"/>
      </dsp:txXfrm>
    </dsp:sp>
  </dsp:spTree>
</dsp:drawing>
</file>

<file path=ppt/diagrams/drawing1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AE33008-1A66-4BC6-979C-FEDC36C0AAD9}">
      <dsp:nvSpPr>
        <dsp:cNvPr id="0" name=""/>
        <dsp:cNvSpPr/>
      </dsp:nvSpPr>
      <dsp:spPr>
        <a:xfrm>
          <a:off x="0" y="955306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F426C41-4A3B-44CB-A5C8-3D43D9D6133B}">
      <dsp:nvSpPr>
        <dsp:cNvPr id="0" name=""/>
        <dsp:cNvSpPr/>
      </dsp:nvSpPr>
      <dsp:spPr>
        <a:xfrm>
          <a:off x="533501" y="1352126"/>
          <a:ext cx="970003" cy="9700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A3C8275-BA9B-4EFE-B9D7-1245E9055891}">
      <dsp:nvSpPr>
        <dsp:cNvPr id="0" name=""/>
        <dsp:cNvSpPr/>
      </dsp:nvSpPr>
      <dsp:spPr>
        <a:xfrm>
          <a:off x="2037007" y="955306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Technical outcomes</a:t>
          </a:r>
        </a:p>
      </dsp:txBody>
      <dsp:txXfrm>
        <a:off x="2037007" y="955306"/>
        <a:ext cx="2689193" cy="1763642"/>
      </dsp:txXfrm>
    </dsp:sp>
    <dsp:sp modelId="{885409EA-63B7-4441-9D97-51B9BFEC2F08}">
      <dsp:nvSpPr>
        <dsp:cNvPr id="0" name=""/>
        <dsp:cNvSpPr/>
      </dsp:nvSpPr>
      <dsp:spPr>
        <a:xfrm>
          <a:off x="0" y="3159859"/>
          <a:ext cx="4726201" cy="1763642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C724E3-BA38-47D9-9FCD-8D583954688D}">
      <dsp:nvSpPr>
        <dsp:cNvPr id="0" name=""/>
        <dsp:cNvSpPr/>
      </dsp:nvSpPr>
      <dsp:spPr>
        <a:xfrm>
          <a:off x="533501" y="3556679"/>
          <a:ext cx="970003" cy="970003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2F01C1-052D-412E-90BF-2A16A556AAEB}">
      <dsp:nvSpPr>
        <dsp:cNvPr id="0" name=""/>
        <dsp:cNvSpPr/>
      </dsp:nvSpPr>
      <dsp:spPr>
        <a:xfrm>
          <a:off x="2037007" y="3159859"/>
          <a:ext cx="2689193" cy="176364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6652" tIns="186652" rIns="186652" bIns="186652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• Skills/tools learned</a:t>
          </a:r>
        </a:p>
      </dsp:txBody>
      <dsp:txXfrm>
        <a:off x="2037007" y="3159859"/>
        <a:ext cx="2689193" cy="1763642"/>
      </dsp:txXfrm>
    </dsp:sp>
  </dsp:spTree>
</dsp:drawing>
</file>

<file path=ppt/diagrams/drawing1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39C3737-5C8F-4369-9C01-FD92469D5B8C}">
      <dsp:nvSpPr>
        <dsp:cNvPr id="0" name=""/>
        <dsp:cNvSpPr/>
      </dsp:nvSpPr>
      <dsp:spPr>
        <a:xfrm>
          <a:off x="2054967" y="512367"/>
          <a:ext cx="2196000" cy="2196000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5EF187D-FB13-47DA-B2D1-16DD18F39166}">
      <dsp:nvSpPr>
        <dsp:cNvPr id="0" name=""/>
        <dsp:cNvSpPr/>
      </dsp:nvSpPr>
      <dsp:spPr>
        <a:xfrm>
          <a:off x="2553435" y="982470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FCA105-AB5F-4E79-A208-4C25D2FCF341}">
      <dsp:nvSpPr>
        <dsp:cNvPr id="0" name=""/>
        <dsp:cNvSpPr/>
      </dsp:nvSpPr>
      <dsp:spPr>
        <a:xfrm>
          <a:off x="1342800" y="2882104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Problem–solution Overview</a:t>
          </a:r>
        </a:p>
      </dsp:txBody>
      <dsp:txXfrm>
        <a:off x="1342800" y="2882104"/>
        <a:ext cx="3600000" cy="720000"/>
      </dsp:txXfrm>
    </dsp:sp>
    <dsp:sp modelId="{D88D0EA3-6299-4C5D-A15E-DBE5AB9670A2}">
      <dsp:nvSpPr>
        <dsp:cNvPr id="0" name=""/>
        <dsp:cNvSpPr/>
      </dsp:nvSpPr>
      <dsp:spPr>
        <a:xfrm>
          <a:off x="6315447" y="514475"/>
          <a:ext cx="2196000" cy="2196000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93196A5-1BE8-410B-AD78-7DAE629C1724}">
      <dsp:nvSpPr>
        <dsp:cNvPr id="0" name=""/>
        <dsp:cNvSpPr/>
      </dsp:nvSpPr>
      <dsp:spPr>
        <a:xfrm>
          <a:off x="6783435" y="982470"/>
          <a:ext cx="1260000" cy="1260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47ECA9C-0D4A-4F9B-8936-3221115421E8}">
      <dsp:nvSpPr>
        <dsp:cNvPr id="0" name=""/>
        <dsp:cNvSpPr/>
      </dsp:nvSpPr>
      <dsp:spPr>
        <a:xfrm>
          <a:off x="5572800" y="2882104"/>
          <a:ext cx="360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0223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2300" kern="1200"/>
            <a:t>• Readiness for next phase</a:t>
          </a:r>
        </a:p>
      </dsp:txBody>
      <dsp:txXfrm>
        <a:off x="5572800" y="2882104"/>
        <a:ext cx="360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19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4CDAE42-B0AB-417F-A357-EA5B234B9F21}" type="datetimeFigureOut">
              <a:rPr lang="en-IN" smtClean="0"/>
              <a:t>10-04-2026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2AE631-6B46-44EE-BA68-C94A7E1481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44934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948371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Reliable, Companions, Safe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4819259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Robust Control, VLA and AI, Soft and Flexible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554593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Pros</a:t>
            </a:r>
            <a:endParaRPr lang="en-US"/>
          </a:p>
          <a:p>
            <a:r>
              <a:rPr lang="en-US"/>
              <a:t>Mechanically stable</a:t>
            </a:r>
          </a:p>
          <a:p>
            <a:r>
              <a:rPr lang="en-US"/>
              <a:t>Energy efficient</a:t>
            </a:r>
          </a:p>
          <a:p>
            <a:r>
              <a:rPr lang="en-US"/>
              <a:t>Proven navigation platforms</a:t>
            </a:r>
          </a:p>
          <a:p>
            <a:r>
              <a:rPr lang="en-US" b="1"/>
              <a:t>Cons</a:t>
            </a:r>
            <a:endParaRPr lang="en-US"/>
          </a:p>
          <a:p>
            <a:r>
              <a:rPr lang="en-US"/>
              <a:t>Appliance-like appearance</a:t>
            </a:r>
          </a:p>
          <a:p>
            <a:r>
              <a:rPr lang="en-US"/>
              <a:t>Less pet-like behavior</a:t>
            </a:r>
          </a:p>
          <a:p>
            <a:r>
              <a:rPr lang="en-US"/>
              <a:t>Wheels reduce emotional engagement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129771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Pros</a:t>
            </a:r>
            <a:endParaRPr lang="en-US"/>
          </a:p>
          <a:p>
            <a:r>
              <a:rPr lang="en-US"/>
              <a:t>Simple mechanics</a:t>
            </a:r>
          </a:p>
          <a:p>
            <a:r>
              <a:rPr lang="en-US"/>
              <a:t>High reliability</a:t>
            </a:r>
          </a:p>
          <a:p>
            <a:r>
              <a:rPr lang="en-US"/>
              <a:t>Low power consumption</a:t>
            </a:r>
          </a:p>
          <a:p>
            <a:r>
              <a:rPr lang="en-US" b="1"/>
              <a:t>Cons</a:t>
            </a:r>
            <a:endParaRPr lang="en-US"/>
          </a:p>
          <a:p>
            <a:r>
              <a:rPr lang="en-US"/>
              <a:t>Limited situational awareness</a:t>
            </a:r>
          </a:p>
          <a:p>
            <a:r>
              <a:rPr lang="en-US"/>
              <a:t>No room-to-room context</a:t>
            </a:r>
          </a:p>
          <a:p>
            <a:r>
              <a:rPr lang="en-US"/>
              <a:t>Reduced companionship feel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319293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Pros</a:t>
            </a:r>
            <a:endParaRPr lang="en-US"/>
          </a:p>
          <a:p>
            <a:r>
              <a:rPr lang="en-US"/>
              <a:t>Strong emotional acceptance</a:t>
            </a:r>
          </a:p>
          <a:p>
            <a:r>
              <a:rPr lang="en-US"/>
              <a:t>Clear companion identity</a:t>
            </a:r>
          </a:p>
          <a:p>
            <a:r>
              <a:rPr lang="en-US"/>
              <a:t>Room-level context awareness</a:t>
            </a:r>
          </a:p>
          <a:p>
            <a:r>
              <a:rPr lang="en-US"/>
              <a:t>Supports interaction + monitoring</a:t>
            </a:r>
          </a:p>
          <a:p>
            <a:r>
              <a:rPr lang="en-US" b="1"/>
              <a:t>Cons</a:t>
            </a:r>
            <a:endParaRPr lang="en-US"/>
          </a:p>
          <a:p>
            <a:r>
              <a:rPr lang="en-US"/>
              <a:t>Higher control complexity</a:t>
            </a:r>
          </a:p>
          <a:p>
            <a:r>
              <a:rPr lang="en-US"/>
              <a:t>Slower movement</a:t>
            </a:r>
          </a:p>
          <a:p>
            <a:r>
              <a:rPr lang="en-US"/>
              <a:t>Requires careful balance design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659243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Justification</a:t>
            </a:r>
            <a:endParaRPr lang="en-US"/>
          </a:p>
          <a:p>
            <a:r>
              <a:rPr lang="en-US"/>
              <a:t>Strong emotional acceptance for elderly users</a:t>
            </a:r>
          </a:p>
          <a:p>
            <a:r>
              <a:rPr lang="en-US"/>
              <a:t>Mobile, room-level environmental awareness</a:t>
            </a:r>
          </a:p>
          <a:p>
            <a:r>
              <a:rPr lang="en-US"/>
              <a:t>Supports expressive interaction alongside monitoring</a:t>
            </a:r>
          </a:p>
          <a:p>
            <a:r>
              <a:rPr lang="en-US"/>
              <a:t>Higher design complexity justified by higher research value</a:t>
            </a:r>
          </a:p>
          <a:p>
            <a:r>
              <a:rPr lang="en-US" b="1"/>
              <a:t>Acknowledged Trade-offs</a:t>
            </a:r>
            <a:endParaRPr lang="en-US"/>
          </a:p>
          <a:p>
            <a:r>
              <a:rPr lang="en-US"/>
              <a:t>Increased control and balance challenges</a:t>
            </a:r>
          </a:p>
          <a:p>
            <a:r>
              <a:rPr lang="en-US"/>
              <a:t>Slower movement compared to wheeled designs</a:t>
            </a:r>
          </a:p>
          <a:p>
            <a:r>
              <a:rPr lang="en-US"/>
              <a:t>Requires careful safety-oriented behavior design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946161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Technical Feasibility</a:t>
            </a:r>
          </a:p>
          <a:p>
            <a:r>
              <a:rPr lang="en-US"/>
              <a:t>Low-DOF bipedal design enables manageable control</a:t>
            </a:r>
          </a:p>
          <a:p>
            <a:r>
              <a:rPr lang="en-US"/>
              <a:t>Event-driven sensing reduces computational load</a:t>
            </a:r>
          </a:p>
          <a:p>
            <a:r>
              <a:rPr lang="en-US"/>
              <a:t>FSM-based behavior control ensures predictability</a:t>
            </a:r>
          </a:p>
          <a:p>
            <a:r>
              <a:rPr lang="en-US"/>
              <a:t>Modular subsystems allow incremental integration</a:t>
            </a:r>
          </a:p>
          <a:p>
            <a:r>
              <a:rPr lang="en-US" b="1"/>
              <a:t>Reviewer signal:</a:t>
            </a:r>
            <a:br>
              <a:rPr lang="en-US"/>
            </a:br>
            <a:r>
              <a:rPr lang="en-US"/>
              <a:t>You understand </a:t>
            </a:r>
            <a:r>
              <a:rPr lang="en-US" i="1"/>
              <a:t>why</a:t>
            </a:r>
            <a:r>
              <a:rPr lang="en-US"/>
              <a:t> this is buildable, not just that it is.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Cost / Resources</a:t>
            </a:r>
          </a:p>
          <a:p>
            <a:r>
              <a:rPr lang="en-US"/>
              <a:t>Commodity sensors (gas, temp, humidity, </a:t>
            </a:r>
            <a:r>
              <a:rPr lang="en-US" err="1"/>
              <a:t>ToF</a:t>
            </a:r>
            <a:r>
              <a:rPr lang="en-US"/>
              <a:t>, IMU)</a:t>
            </a:r>
          </a:p>
          <a:p>
            <a:r>
              <a:rPr lang="en-US"/>
              <a:t>Servo-based actuation for legs and eyes</a:t>
            </a:r>
          </a:p>
          <a:p>
            <a:r>
              <a:rPr lang="en-US"/>
              <a:t>Single-board computer + microcontroller architecture</a:t>
            </a:r>
          </a:p>
          <a:p>
            <a:r>
              <a:rPr lang="en-US"/>
              <a:t>Fabrication using 3D printing / laser cutting</a:t>
            </a:r>
          </a:p>
          <a:p>
            <a:r>
              <a:rPr lang="en-US" b="1"/>
              <a:t>Statement to keep:</a:t>
            </a:r>
            <a:endParaRPr lang="en-US"/>
          </a:p>
          <a:p>
            <a:r>
              <a:rPr lang="en-US"/>
              <a:t>Designed within typical undergraduate project cost and lab constraints.</a:t>
            </a:r>
          </a:p>
          <a:p>
            <a:br>
              <a:rPr lang="en-US"/>
            </a:br>
            <a:endParaRPr lang="en-US"/>
          </a:p>
          <a:p>
            <a:r>
              <a:rPr lang="en-US" b="1"/>
              <a:t>Risks &amp; Mitigation</a:t>
            </a:r>
          </a:p>
          <a:p>
            <a:r>
              <a:rPr lang="en-US" b="1"/>
              <a:t>Risk: Bipedal balance instability</a:t>
            </a:r>
            <a:endParaRPr lang="en-US"/>
          </a:p>
          <a:p>
            <a:r>
              <a:rPr lang="en-US" i="1"/>
              <a:t>Mitigation:</a:t>
            </a:r>
            <a:r>
              <a:rPr lang="en-US"/>
              <a:t> Low walking speed, wide stance, passive safety stop</a:t>
            </a:r>
          </a:p>
          <a:p>
            <a:r>
              <a:rPr lang="en-US" b="1"/>
              <a:t>Risk: Sensor false positives</a:t>
            </a:r>
            <a:endParaRPr lang="en-US"/>
          </a:p>
          <a:p>
            <a:r>
              <a:rPr lang="en-US" i="1"/>
              <a:t>Mitigation:</a:t>
            </a:r>
            <a:r>
              <a:rPr lang="en-US"/>
              <a:t> Threshold tuning and multi-sensor confirmation</a:t>
            </a:r>
          </a:p>
          <a:p>
            <a:r>
              <a:rPr lang="en-US" b="1"/>
              <a:t>Risk: Overcomplex behavior logic</a:t>
            </a:r>
            <a:endParaRPr lang="en-US"/>
          </a:p>
          <a:p>
            <a:r>
              <a:rPr lang="en-US" i="1"/>
              <a:t>Mitigation:</a:t>
            </a:r>
            <a:r>
              <a:rPr lang="en-US"/>
              <a:t> Finite State Machine with limited states</a:t>
            </a:r>
          </a:p>
          <a:p>
            <a:r>
              <a:rPr lang="en-US" b="1"/>
              <a:t>Risk: User discomfort or confusion</a:t>
            </a:r>
            <a:endParaRPr lang="en-US"/>
          </a:p>
          <a:p>
            <a:r>
              <a:rPr lang="en-US" i="1"/>
              <a:t>Mitigation:</a:t>
            </a:r>
            <a:r>
              <a:rPr lang="en-US"/>
              <a:t> Predictable motions and neutral failure behavior</a:t>
            </a:r>
          </a:p>
          <a:p>
            <a:r>
              <a:rPr lang="en-US"/>
              <a:t>This shows </a:t>
            </a:r>
            <a:r>
              <a:rPr lang="en-US" b="1"/>
              <a:t>engineering maturity</a:t>
            </a:r>
            <a:r>
              <a:rPr lang="en-US"/>
              <a:t>, not fear.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16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930040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1. Novelty</a:t>
            </a:r>
            <a:br>
              <a:rPr lang="en-US"/>
            </a:br>
            <a:r>
              <a:rPr lang="en-US"/>
              <a:t>Better options:</a:t>
            </a:r>
          </a:p>
          <a:p>
            <a:r>
              <a:rPr lang="en-US" b="1"/>
              <a:t>Innovative approach</a:t>
            </a:r>
            <a:endParaRPr lang="en-US"/>
          </a:p>
          <a:p>
            <a:r>
              <a:rPr lang="en-US" b="1"/>
              <a:t>Unique design concept</a:t>
            </a:r>
            <a:endParaRPr lang="en-US"/>
          </a:p>
          <a:p>
            <a:r>
              <a:rPr lang="en-US" b="1"/>
              <a:t>First-of-its-kind solution</a:t>
            </a:r>
            <a:r>
              <a:rPr lang="en-US"/>
              <a:t> (if justified)</a:t>
            </a:r>
          </a:p>
          <a:p>
            <a:r>
              <a:rPr lang="en-US" b="1"/>
              <a:t>Distinctive innovation</a:t>
            </a:r>
            <a:endParaRPr lang="en-US"/>
          </a:p>
          <a:p>
            <a:r>
              <a:rPr lang="en-US" b="1"/>
              <a:t>2. Multi-domain application</a:t>
            </a:r>
            <a:br>
              <a:rPr lang="en-US"/>
            </a:br>
            <a:r>
              <a:rPr lang="en-US"/>
              <a:t>This is solid but a bit academic. Friendlier options:</a:t>
            </a:r>
          </a:p>
          <a:p>
            <a:r>
              <a:rPr lang="en-US" b="1"/>
              <a:t>Applications across multiple domains</a:t>
            </a:r>
            <a:endParaRPr lang="en-US"/>
          </a:p>
          <a:p>
            <a:r>
              <a:rPr lang="en-US" b="1"/>
              <a:t>Cross-domain usability</a:t>
            </a:r>
            <a:endParaRPr lang="en-US"/>
          </a:p>
          <a:p>
            <a:r>
              <a:rPr lang="en-US" b="1"/>
              <a:t>Versatile use cases</a:t>
            </a:r>
            <a:endParaRPr lang="en-US"/>
          </a:p>
          <a:p>
            <a:r>
              <a:rPr lang="en-US" b="1"/>
              <a:t>Adaptable to multiple sectors</a:t>
            </a:r>
            <a:endParaRPr lang="en-US"/>
          </a:p>
          <a:p>
            <a:r>
              <a:rPr lang="en-US" b="1"/>
              <a:t>3. Sustainability aspects</a:t>
            </a:r>
            <a:br>
              <a:rPr lang="en-US"/>
            </a:br>
            <a:r>
              <a:rPr lang="en-US"/>
              <a:t>You can make this more concrete:</a:t>
            </a:r>
          </a:p>
          <a:p>
            <a:r>
              <a:rPr lang="en-US" b="1"/>
              <a:t>Sustainable design considerations</a:t>
            </a:r>
            <a:endParaRPr lang="en-US"/>
          </a:p>
          <a:p>
            <a:r>
              <a:rPr lang="en-US" b="1"/>
              <a:t>Energy-efficient and eco-conscious</a:t>
            </a:r>
            <a:endParaRPr lang="en-US"/>
          </a:p>
          <a:p>
            <a:r>
              <a:rPr lang="en-US" b="1"/>
              <a:t>Environmentally responsible design</a:t>
            </a:r>
            <a:endParaRPr lang="en-US"/>
          </a:p>
          <a:p>
            <a:r>
              <a:rPr lang="en-US" b="1"/>
              <a:t>Long-term sustainability benefits</a:t>
            </a:r>
            <a:endParaRPr lang="en-US"/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18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982401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Plan for Paper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21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963286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1"/>
              <a:t>Problem–Solution Summary</a:t>
            </a:r>
          </a:p>
          <a:p>
            <a:r>
              <a:rPr lang="en-US"/>
              <a:t>Identified lack of affordable, emotionally engaging robots</a:t>
            </a:r>
          </a:p>
          <a:p>
            <a:r>
              <a:rPr lang="en-US"/>
              <a:t>Proposed a simple, pet-like robot using minimal movements</a:t>
            </a:r>
          </a:p>
          <a:p>
            <a:r>
              <a:rPr lang="en-US"/>
              <a:t>Balanced interaction, cost, and sustainability</a:t>
            </a:r>
          </a:p>
          <a:p>
            <a:r>
              <a:rPr lang="en-US" b="1"/>
              <a:t>Readiness for Next Phase</a:t>
            </a:r>
          </a:p>
          <a:p>
            <a:r>
              <a:rPr lang="en-US"/>
              <a:t>Design validated</a:t>
            </a:r>
          </a:p>
          <a:p>
            <a:r>
              <a:rPr lang="en-US"/>
              <a:t>Concept scalable</a:t>
            </a:r>
          </a:p>
          <a:p>
            <a:r>
              <a:rPr lang="en-US"/>
              <a:t>Ready for:</a:t>
            </a:r>
          </a:p>
          <a:p>
            <a:pPr lvl="1"/>
            <a:r>
              <a:rPr lang="en-US"/>
              <a:t>Further testing</a:t>
            </a:r>
          </a:p>
          <a:p>
            <a:pPr lvl="1"/>
            <a:r>
              <a:rPr lang="en-US"/>
              <a:t>Feature expansion</a:t>
            </a:r>
          </a:p>
          <a:p>
            <a:pPr lvl="1"/>
            <a:r>
              <a:rPr lang="en-US"/>
              <a:t>User studies or prototyping</a:t>
            </a:r>
          </a:p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2AE631-6B46-44EE-BA68-C94A7E1481F7}" type="slidenum">
              <a:rPr lang="en-IN" smtClean="0"/>
              <a:t>23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65362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E81F6EA-651F-41AA-966A-26BEB11DAF7B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8CE9BC-51B0-4312-8A3D-C11739C8211D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F85A658-3433-401B-A2FD-56B890F14A25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B09EF1-78D8-4BF0-B3AA-ED1AFB669C24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574DB6-A606-4B09-81F8-8DA8EB52A6A1}" type="datetime1">
              <a:rPr lang="en-US" smtClean="0"/>
              <a:t>4/10/2026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2D3CB6-1B2B-4C09-B7DB-339DDDE00E73}" type="datetime1">
              <a:rPr lang="en-US" smtClean="0"/>
              <a:t>4/10/2026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D8F5A7-E7F9-4EBF-8300-2B10185A4527}" type="datetime1">
              <a:rPr lang="en-US" smtClean="0"/>
              <a:t>4/10/2026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9BAA37-6DD8-42D2-8276-D12ECE38603B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2631F-B753-4EF8-B550-D79C5AE26DAC}" type="datetime1">
              <a:rPr lang="en-US" smtClean="0"/>
              <a:t>4/10/2026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28DD96-7C6A-4025-8A7A-3BAA116320C4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8EB2EA-78E7-4201-85C2-C6B911A95F69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E956C4F-8305-4F43-A375-39A67A8827EB}" type="datetime1">
              <a:rPr lang="en-US" smtClean="0"/>
              <a:t>4/10/2026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7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2F5EA6B5-0949-EF40-E453-DF9D0A3E2563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62" y="227062"/>
            <a:ext cx="1238151" cy="123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image" Target="../media/image3.jpeg"/><Relationship Id="rId4" Type="http://schemas.openxmlformats.org/officeDocument/2006/relationships/diagramLayout" Target="../diagrams/layout1.xml"/><Relationship Id="rId9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hyperlink" Target="https://www.fujipress.jp/jaciii/jc/jacii002500060944/" TargetMode="External"/><Relationship Id="rId3" Type="http://schemas.openxmlformats.org/officeDocument/2006/relationships/diagramData" Target="../diagrams/data4.xml"/><Relationship Id="rId7" Type="http://schemas.microsoft.com/office/2007/relationships/diagramDrawing" Target="../diagrams/drawing4.xml"/><Relationship Id="rId12" Type="http://schemas.openxmlformats.org/officeDocument/2006/relationships/image" Target="../media/image10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4.xml"/><Relationship Id="rId11" Type="http://schemas.openxmlformats.org/officeDocument/2006/relationships/image" Target="../media/image9.jpeg"/><Relationship Id="rId5" Type="http://schemas.openxmlformats.org/officeDocument/2006/relationships/diagramQuickStyle" Target="../diagrams/quickStyle4.xml"/><Relationship Id="rId10" Type="http://schemas.openxmlformats.org/officeDocument/2006/relationships/hyperlink" Target="https://scherlund.blogspot.com/2020/09/university-of-bedfordshire-involved-in.html" TargetMode="External"/><Relationship Id="rId4" Type="http://schemas.openxmlformats.org/officeDocument/2006/relationships/diagramLayout" Target="../diagrams/layout4.xml"/><Relationship Id="rId9" Type="http://schemas.openxmlformats.org/officeDocument/2006/relationships/image" Target="../media/image8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13" Type="http://schemas.openxmlformats.org/officeDocument/2006/relationships/hyperlink" Target="https://opensoftmachines.com/2018/02/intro-soro_first/" TargetMode="External"/><Relationship Id="rId3" Type="http://schemas.openxmlformats.org/officeDocument/2006/relationships/diagramData" Target="../diagrams/data5.xml"/><Relationship Id="rId7" Type="http://schemas.microsoft.com/office/2007/relationships/diagramDrawing" Target="../diagrams/drawing5.xml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5.xml"/><Relationship Id="rId11" Type="http://schemas.openxmlformats.org/officeDocument/2006/relationships/image" Target="../media/image15.jpeg"/><Relationship Id="rId5" Type="http://schemas.openxmlformats.org/officeDocument/2006/relationships/diagramQuickStyle" Target="../diagrams/quickStyle5.xml"/><Relationship Id="rId10" Type="http://schemas.openxmlformats.org/officeDocument/2006/relationships/hyperlink" Target="https://philosophicaldisquisitions.blogspot.com/2017/02/can-you-be-friends-with-robot.html" TargetMode="External"/><Relationship Id="rId4" Type="http://schemas.openxmlformats.org/officeDocument/2006/relationships/diagramLayout" Target="../diagrams/layout5.xml"/><Relationship Id="rId9" Type="http://schemas.openxmlformats.org/officeDocument/2006/relationships/image" Target="../media/image14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Relationship Id="rId9" Type="http://schemas.openxmlformats.org/officeDocument/2006/relationships/image" Target="../media/image18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Relationship Id="rId9" Type="http://schemas.openxmlformats.org/officeDocument/2006/relationships/image" Target="../media/image1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png"/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10" Type="http://schemas.microsoft.com/office/2007/relationships/hdphoto" Target="../media/hdphoto1.wdp"/><Relationship Id="rId4" Type="http://schemas.openxmlformats.org/officeDocument/2006/relationships/diagramLayout" Target="../diagrams/layout8.xml"/><Relationship Id="rId9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1.jpeg"/><Relationship Id="rId3" Type="http://schemas.openxmlformats.org/officeDocument/2006/relationships/diagramLayout" Target="../diagrams/layout9.xml"/><Relationship Id="rId7" Type="http://schemas.openxmlformats.org/officeDocument/2006/relationships/image" Target="../media/image1.png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7" Type="http://schemas.openxmlformats.org/officeDocument/2006/relationships/image" Target="../media/image1.png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7" Type="http://schemas.openxmlformats.org/officeDocument/2006/relationships/image" Target="../media/image1.png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diagramLayout" Target="../diagrams/layout12.xml"/><Relationship Id="rId7" Type="http://schemas.openxmlformats.org/officeDocument/2006/relationships/image" Target="../media/image1.png"/><Relationship Id="rId12" Type="http://schemas.openxmlformats.org/officeDocument/2006/relationships/hyperlink" Target="https://scherlund.blogspot.com/2017/12/2017-in-artificial-intelligence-cosmos.html" TargetMode="Externa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2.xml"/><Relationship Id="rId11" Type="http://schemas.openxmlformats.org/officeDocument/2006/relationships/image" Target="../media/image27.jpeg"/><Relationship Id="rId5" Type="http://schemas.openxmlformats.org/officeDocument/2006/relationships/diagramColors" Target="../diagrams/colors12.xml"/><Relationship Id="rId10" Type="http://schemas.openxmlformats.org/officeDocument/2006/relationships/image" Target="../media/image26.png"/><Relationship Id="rId4" Type="http://schemas.openxmlformats.org/officeDocument/2006/relationships/diagramQuickStyle" Target="../diagrams/quickStyle12.xml"/><Relationship Id="rId9" Type="http://schemas.openxmlformats.org/officeDocument/2006/relationships/hyperlink" Target="https://www.frontiersin.org/journals/robotics-and-ai/articles/10.3389/frobt.2023.1127626/full" TargetMode="Externa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gif"/><Relationship Id="rId3" Type="http://schemas.openxmlformats.org/officeDocument/2006/relationships/diagramLayout" Target="../diagrams/layout13.xml"/><Relationship Id="rId7" Type="http://schemas.openxmlformats.org/officeDocument/2006/relationships/image" Target="../media/image32.png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6.xml"/><Relationship Id="rId7" Type="http://schemas.microsoft.com/office/2007/relationships/diagramDrawing" Target="../diagrams/drawing16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6.xml"/><Relationship Id="rId5" Type="http://schemas.openxmlformats.org/officeDocument/2006/relationships/diagramQuickStyle" Target="../diagrams/quickStyle16.xml"/><Relationship Id="rId4" Type="http://schemas.openxmlformats.org/officeDocument/2006/relationships/diagramLayout" Target="../diagrams/layout1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7.xml"/><Relationship Id="rId7" Type="http://schemas.microsoft.com/office/2007/relationships/diagramDrawing" Target="../diagrams/drawing17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7.xml"/><Relationship Id="rId5" Type="http://schemas.openxmlformats.org/officeDocument/2006/relationships/diagramQuickStyle" Target="../diagrams/quickStyle17.xml"/><Relationship Id="rId4" Type="http://schemas.openxmlformats.org/officeDocument/2006/relationships/diagramLayout" Target="../diagrams/layout1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8.xml"/><Relationship Id="rId2" Type="http://schemas.openxmlformats.org/officeDocument/2006/relationships/diagramData" Target="../diagrams/data1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8.xml"/><Relationship Id="rId5" Type="http://schemas.openxmlformats.org/officeDocument/2006/relationships/diagramColors" Target="../diagrams/colors18.xml"/><Relationship Id="rId4" Type="http://schemas.openxmlformats.org/officeDocument/2006/relationships/diagramQuickStyle" Target="../diagrams/quickStyle18.xml"/></Relationships>
</file>

<file path=ppt/slides/_rels/slide2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9.xml"/><Relationship Id="rId3" Type="http://schemas.openxmlformats.org/officeDocument/2006/relationships/image" Target="../media/image1.png"/><Relationship Id="rId7" Type="http://schemas.openxmlformats.org/officeDocument/2006/relationships/diagramColors" Target="../diagrams/colors19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19.xml"/><Relationship Id="rId5" Type="http://schemas.openxmlformats.org/officeDocument/2006/relationships/diagramLayout" Target="../diagrams/layout19.xml"/><Relationship Id="rId4" Type="http://schemas.openxmlformats.org/officeDocument/2006/relationships/diagramData" Target="../diagrams/data19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sv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110429" y="305605"/>
            <a:ext cx="3132422" cy="1143000"/>
          </a:xfrm>
        </p:spPr>
        <p:txBody>
          <a:bodyPr/>
          <a:lstStyle/>
          <a:p>
            <a:r>
              <a:rPr lang="en-US">
                <a:ea typeface="Calibri"/>
                <a:cs typeface="Calibri"/>
              </a:rPr>
              <a:t>Duck march</a:t>
            </a:r>
          </a:p>
        </p:txBody>
      </p:sp>
      <p:graphicFrame>
        <p:nvGraphicFramePr>
          <p:cNvPr id="8" name="Content Placeholder 2">
            <a:extLst>
              <a:ext uri="{FF2B5EF4-FFF2-40B4-BE49-F238E27FC236}">
                <a16:creationId xmlns:a16="http://schemas.microsoft.com/office/drawing/2014/main" id="{2993A5C6-2155-17EF-C554-D7CF7238AB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50809317"/>
              </p:ext>
            </p:extLst>
          </p:nvPr>
        </p:nvGraphicFramePr>
        <p:xfrm>
          <a:off x="5821680" y="1543137"/>
          <a:ext cx="5936452" cy="388730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4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8C41D8D7-6A51-4BAC-8535-5A155874C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47250" y="218366"/>
            <a:ext cx="710882" cy="71088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C6F3305-D031-4E82-9AB1-6C3480B34713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15346" y="5953760"/>
            <a:ext cx="1842786" cy="598635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1129F9E9-813B-440C-8359-F007E0C1D1E6}"/>
              </a:ext>
            </a:extLst>
          </p:cNvPr>
          <p:cNvSpPr/>
          <p:nvPr/>
        </p:nvSpPr>
        <p:spPr>
          <a:xfrm>
            <a:off x="7779629" y="204475"/>
            <a:ext cx="2020553" cy="369332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endParaRPr lang="en-IN" i="1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7C78A52-144C-BFC6-A08E-C3710021BC10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0" y="0"/>
            <a:ext cx="54864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Motivation &amp; Background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2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DBD1FEBC-9706-41A8-A309-87B71B1477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96" y="255762"/>
            <a:ext cx="984705" cy="98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5" name="Content Placeholder 2">
            <a:extLst>
              <a:ext uri="{FF2B5EF4-FFF2-40B4-BE49-F238E27FC236}">
                <a16:creationId xmlns:a16="http://schemas.microsoft.com/office/drawing/2014/main" id="{82AD8E1A-F40A-D419-935D-FE504B4618C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03310030"/>
              </p:ext>
            </p:extLst>
          </p:nvPr>
        </p:nvGraphicFramePr>
        <p:xfrm>
          <a:off x="838200" y="1800911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/>
              <a:t>Problem Statement</a:t>
            </a:r>
          </a:p>
        </p:txBody>
      </p:sp>
      <p:pic>
        <p:nvPicPr>
          <p:cNvPr id="8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47D5156D-3CD8-41E9-8E38-D9DD4BB55D9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2662" y="457201"/>
            <a:ext cx="1238151" cy="12381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7ED77C8-4D04-10E3-BEC8-7EF49EAF9D6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83455296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4" name="Rectangle 23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4000"/>
              <a:t>User Need Analysis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EE2B1D-0FA1-9736-4603-007611FEA77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49539674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CF9EDAB8-408F-1413-A3FB-CFF4C749A0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198" y="494620"/>
            <a:ext cx="984705" cy="98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2" name="Picture 191" descr="A person sitting in a chair next to a robot&#10;&#10;AI-generated content may be incorrect.">
            <a:extLst>
              <a:ext uri="{FF2B5EF4-FFF2-40B4-BE49-F238E27FC236}">
                <a16:creationId xmlns:a16="http://schemas.microsoft.com/office/drawing/2014/main" id="{90F11EF7-F745-E4C2-9594-72CCBB02DB70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 l="581" t="6164" r="-872" b="-56"/>
          <a:stretch>
            <a:fillRect/>
          </a:stretch>
        </p:blipFill>
        <p:spPr>
          <a:xfrm>
            <a:off x="681567" y="2054859"/>
            <a:ext cx="3653376" cy="2587556"/>
          </a:xfrm>
          <a:prstGeom prst="rect">
            <a:avLst/>
          </a:prstGeom>
        </p:spPr>
      </p:pic>
      <p:pic>
        <p:nvPicPr>
          <p:cNvPr id="2664" name="Picture 2663" descr="The Loona petbot is ready to roll into your home life">
            <a:extLst>
              <a:ext uri="{FF2B5EF4-FFF2-40B4-BE49-F238E27FC236}">
                <a16:creationId xmlns:a16="http://schemas.microsoft.com/office/drawing/2014/main" id="{469DD651-575C-C477-CDBE-62A1432D70B0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335518" y="2207171"/>
            <a:ext cx="3783725" cy="2443657"/>
          </a:xfrm>
          <a:prstGeom prst="rect">
            <a:avLst/>
          </a:prstGeom>
        </p:spPr>
      </p:pic>
      <p:pic>
        <p:nvPicPr>
          <p:cNvPr id="2665" name="Picture 2664" descr="A collage of a person with a white rabbit&#10;&#10;AI-generated content may be incorrect.">
            <a:extLst>
              <a:ext uri="{FF2B5EF4-FFF2-40B4-BE49-F238E27FC236}">
                <a16:creationId xmlns:a16="http://schemas.microsoft.com/office/drawing/2014/main" id="{19A29153-35DF-8867-6899-040606B6F25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rcRect r="50617" b="-676"/>
          <a:stretch>
            <a:fillRect/>
          </a:stretch>
        </p:blipFill>
        <p:spPr>
          <a:xfrm>
            <a:off x="8421413" y="2210456"/>
            <a:ext cx="3080930" cy="241085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19" name="Group 18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25" name="Rectangle 24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/>
              <a:t>Proposed Solution Overview</a:t>
            </a: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FD4BC816-B36A-7F37-5661-275493B663A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227162173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A7AA85BF-349F-149C-0A35-4D8C4BAB52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" y="166480"/>
            <a:ext cx="984705" cy="98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3" name="Picture 2152" descr="A person shaking hands with a robot&#10;&#10;AI-generated content may be incorrect.">
            <a:extLst>
              <a:ext uri="{FF2B5EF4-FFF2-40B4-BE49-F238E27FC236}">
                <a16:creationId xmlns:a16="http://schemas.microsoft.com/office/drawing/2014/main" id="{6A78BD67-2E79-AB08-3166-8D53FEA193B6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837473B0-CC2E-450A-ABE3-18F120FF3D39}">
                <a1611:picAttrSrcUrl xmlns:a1611="http://schemas.microsoft.com/office/drawing/2016/11/main" r:id="rId10"/>
              </a:ext>
            </a:extLst>
          </a:blip>
          <a:srcRect l="4547" t="467" r="18692" b="76"/>
          <a:stretch>
            <a:fillRect/>
          </a:stretch>
        </p:blipFill>
        <p:spPr>
          <a:xfrm>
            <a:off x="1143000" y="2369178"/>
            <a:ext cx="2444752" cy="2130271"/>
          </a:xfrm>
          <a:prstGeom prst="rect">
            <a:avLst/>
          </a:prstGeom>
        </p:spPr>
      </p:pic>
      <p:pic>
        <p:nvPicPr>
          <p:cNvPr id="2156" name="Picture 2155" descr="AIpowered personal assistant robots offering elderly care and ...">
            <a:extLst>
              <a:ext uri="{FF2B5EF4-FFF2-40B4-BE49-F238E27FC236}">
                <a16:creationId xmlns:a16="http://schemas.microsoft.com/office/drawing/2014/main" id="{E1CE7A5F-D8A1-8550-4B22-8D2F53CBA85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4067175" y="2371195"/>
            <a:ext cx="3793066" cy="2020358"/>
          </a:xfrm>
          <a:prstGeom prst="rect">
            <a:avLst/>
          </a:prstGeom>
        </p:spPr>
      </p:pic>
      <p:pic>
        <p:nvPicPr>
          <p:cNvPr id="2743" name="Picture 2742" descr="A white robot and red robot&#10;&#10;AI-generated content may be incorrect.">
            <a:extLst>
              <a:ext uri="{FF2B5EF4-FFF2-40B4-BE49-F238E27FC236}">
                <a16:creationId xmlns:a16="http://schemas.microsoft.com/office/drawing/2014/main" id="{4950706A-C388-B750-D67C-58749EA80B3D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837473B0-CC2E-450A-ABE3-18F120FF3D39}">
                <a1611:picAttrSrcUrl xmlns:a1611="http://schemas.microsoft.com/office/drawing/2016/11/main" r:id="rId13"/>
              </a:ext>
            </a:extLst>
          </a:blip>
          <a:stretch>
            <a:fillRect/>
          </a:stretch>
        </p:blipFill>
        <p:spPr>
          <a:xfrm>
            <a:off x="8128437" y="2363513"/>
            <a:ext cx="3607677" cy="192076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B0A0DCB-8A7B-9219-C9E2-718ADA7853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FAE7CD9-1239-4BFF-99E7-D4302B5C99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45FC1B2E-1619-8D4C-C183-87E576BC0BE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6C434FCD-27D1-38A3-3EC0-DE0C42BEE45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497C979E-BBCE-41E4-3951-5456CBA342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99DAEB46-B9E1-D03D-09B4-FC039C8FC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657E024A-7788-7A55-F10C-997E38CF75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5C54BD-6A49-E5DB-514F-D4AEE97F4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7" y="665728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/>
              <a:t>Concept Generation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1020C3D5-D63C-96A9-4E8C-9900E51EC0F8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>
            <a:extLst>
              <a:ext uri="{FF2B5EF4-FFF2-40B4-BE49-F238E27FC236}">
                <a16:creationId xmlns:a16="http://schemas.microsoft.com/office/drawing/2014/main" id="{21BED89E-0F49-0061-5D36-09BE4161129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/>
          <a:srcRect/>
          <a:stretch/>
        </p:blipFill>
        <p:spPr bwMode="auto">
          <a:xfrm>
            <a:off x="568663" y="575350"/>
            <a:ext cx="691468" cy="68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031BC1B-C0D0-4FC1-696D-065D8BC3AC5B}"/>
              </a:ext>
            </a:extLst>
          </p:cNvPr>
          <p:cNvSpPr/>
          <p:nvPr/>
        </p:nvSpPr>
        <p:spPr>
          <a:xfrm>
            <a:off x="968474" y="1441906"/>
            <a:ext cx="10255045" cy="4557253"/>
          </a:xfrm>
          <a:prstGeom prst="roundRect">
            <a:avLst>
              <a:gd name="adj" fmla="val 4585"/>
            </a:avLst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2" rtlCol="0" anchor="ctr"/>
          <a:lstStyle/>
          <a:p>
            <a:pPr algn="ctr"/>
            <a:r>
              <a:rPr lang="en-US" sz="3200"/>
              <a:t>Concept A</a:t>
            </a:r>
          </a:p>
          <a:p>
            <a:pPr algn="ctr"/>
            <a:r>
              <a:rPr lang="en-US" sz="3200"/>
              <a:t>Wheeled Mobile Companion</a:t>
            </a:r>
          </a:p>
          <a:p>
            <a:endParaRPr lang="en-US" sz="2400"/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Wheeled base for indoor navigation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Mobile environmental sensing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Basic expressive head or screen</a:t>
            </a:r>
          </a:p>
          <a:p>
            <a:endParaRPr lang="en-US" sz="2400"/>
          </a:p>
          <a:p>
            <a:endParaRPr lang="en-US" sz="240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DFB4DD-FE98-CDD3-5C8D-84A21B68F132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352800" y="1560055"/>
            <a:ext cx="7458690" cy="41997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09183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DD41EB4-A9EF-05C2-FC53-6210FAEAC9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B55FC583-3C27-83DE-943C-C836DA470B8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7C096F14-7CE7-3C77-7096-325B4A7D88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5FD7D9AF-1C81-EE23-3B91-F2400323B87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86F01B28-78A1-F114-2CA6-330584A0AC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2549CF12-0802-C37C-A918-D4C13546CC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878C436F-7CD2-5C05-C971-7C9DECFCB7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561517-164C-7709-830D-79CA1C8BBB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7" y="665728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/>
              <a:t>Concept Generation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5CFD17BC-B000-2807-42E7-ECBBDDC33B36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585F6D43-207C-E87D-3E70-3C63824AD4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" y="166480"/>
            <a:ext cx="984705" cy="98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7FE64757-E27D-D4A3-1C1B-A7BD5CFB85BD}"/>
              </a:ext>
            </a:extLst>
          </p:cNvPr>
          <p:cNvSpPr/>
          <p:nvPr/>
        </p:nvSpPr>
        <p:spPr>
          <a:xfrm>
            <a:off x="968477" y="1441906"/>
            <a:ext cx="10255045" cy="4557253"/>
          </a:xfrm>
          <a:prstGeom prst="roundRect">
            <a:avLst>
              <a:gd name="adj" fmla="val 4585"/>
            </a:avLst>
          </a:prstGeom>
          <a:solidFill>
            <a:srgbClr val="BD9B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2" spcCol="457200" rtlCol="0" anchor="ctr"/>
          <a:lstStyle/>
          <a:p>
            <a:pPr algn="ctr"/>
            <a:r>
              <a:rPr lang="en-US" sz="3200"/>
              <a:t>Concept B</a:t>
            </a:r>
          </a:p>
          <a:p>
            <a:pPr algn="ctr"/>
            <a:r>
              <a:rPr lang="en-US" sz="3200"/>
              <a:t>Static Companion Node</a:t>
            </a:r>
          </a:p>
          <a:p>
            <a:pPr algn="ctr"/>
            <a:endParaRPr lang="en-US" sz="320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Stationary robot placed in a fixed location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Expressive eyes and basic interaction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400"/>
              <a:t>Environmental sensors + CV from one viewpoint</a:t>
            </a:r>
            <a:endParaRPr lang="en-US" sz="280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C5161C-2942-F8C9-4496-8C9E53270EA0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322142" y="1692376"/>
            <a:ext cx="3950110" cy="395011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120218862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8FC55-38CE-A83D-6921-16F118F067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C7E23D62-6B57-BC69-B296-C33FB3E318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E1BC5B6-AE11-9A00-2477-E290A0874F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3D753BE6-5331-BD4D-A7BC-F055E044E5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957B09D1-C74D-2138-66CD-5663B346B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35C97787-93B0-0678-AA0F-3EB45A4AA3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1A2EAD1F-AE17-73C3-72AB-25FFA043D9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01066F1-7682-7601-068A-34349E2F3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7" y="665728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/>
              <a:t>Concept Generation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07C1BA9A-19E3-ACA7-78D8-82C216ECB7B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3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36B30100-8008-7322-AA8B-1B207D2B6B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" y="166480"/>
            <a:ext cx="984705" cy="98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3DC4964C-F2D4-4832-68E5-6F42C84DA1A1}"/>
              </a:ext>
            </a:extLst>
          </p:cNvPr>
          <p:cNvSpPr/>
          <p:nvPr/>
        </p:nvSpPr>
        <p:spPr>
          <a:xfrm>
            <a:off x="968477" y="1441906"/>
            <a:ext cx="10255045" cy="4557253"/>
          </a:xfrm>
          <a:prstGeom prst="roundRect">
            <a:avLst>
              <a:gd name="adj" fmla="val 4585"/>
            </a:avLst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2" spcCol="182880" rtlCol="0" anchor="ctr"/>
          <a:lstStyle/>
          <a:p>
            <a:pPr algn="ctr"/>
            <a:r>
              <a:rPr lang="en-US" sz="3200"/>
              <a:t>Concept C</a:t>
            </a:r>
          </a:p>
          <a:p>
            <a:pPr algn="ctr"/>
            <a:r>
              <a:rPr lang="en-US" sz="3200"/>
              <a:t>Bipedal Pet-Like Companion</a:t>
            </a:r>
          </a:p>
          <a:p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Duck-inspired biped legs for slow, stable motion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Box-like torso for modular sensing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Expressive eyes for companionship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Mobile environmental and presence awareness</a:t>
            </a:r>
          </a:p>
        </p:txBody>
      </p:sp>
      <p:pic>
        <p:nvPicPr>
          <p:cNvPr id="3074" name="Picture 2">
            <a:extLst>
              <a:ext uri="{FF2B5EF4-FFF2-40B4-BE49-F238E27FC236}">
                <a16:creationId xmlns:a16="http://schemas.microsoft.com/office/drawing/2014/main" id="{C1A1208E-D4A0-1A2E-5DC7-CD8A82704D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BEBA8EAE-BF5A-486C-A8C5-ECC9F3942E4B}">
                <a14:imgProps xmlns:a14="http://schemas.microsoft.com/office/drawing/2010/main">
                  <a14:imgLayer r:embed="rId10">
                    <a14:imgEffect>
                      <a14:backgroundRemoval t="10000" b="90000" l="19758" r="80242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12197" r="12197"/>
          <a:stretch>
            <a:fillRect/>
          </a:stretch>
        </p:blipFill>
        <p:spPr bwMode="auto">
          <a:xfrm>
            <a:off x="6921910" y="1540376"/>
            <a:ext cx="3473244" cy="45938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029593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60F89B05-72D8-46C3-99D3-B605C9F04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66003418"/>
              </p:ext>
            </p:extLst>
          </p:nvPr>
        </p:nvGraphicFramePr>
        <p:xfrm>
          <a:off x="1813247" y="1902413"/>
          <a:ext cx="8229600" cy="2560320"/>
        </p:xfrm>
        <a:graphic>
          <a:graphicData uri="http://schemas.openxmlformats.org/drawingml/2006/table">
            <a:tbl>
              <a:tblPr>
                <a:tableStyleId>{22838BEF-8BB2-4498-84A7-C5851F593DF1}</a:tableStyleId>
              </a:tblPr>
              <a:tblGrid>
                <a:gridCol w="2547257">
                  <a:extLst>
                    <a:ext uri="{9D8B030D-6E8A-4147-A177-3AD203B41FA5}">
                      <a16:colId xmlns:a16="http://schemas.microsoft.com/office/drawing/2014/main" val="830272990"/>
                    </a:ext>
                  </a:extLst>
                </a:gridCol>
                <a:gridCol w="1856792">
                  <a:extLst>
                    <a:ext uri="{9D8B030D-6E8A-4147-A177-3AD203B41FA5}">
                      <a16:colId xmlns:a16="http://schemas.microsoft.com/office/drawing/2014/main" val="2466072663"/>
                    </a:ext>
                  </a:extLst>
                </a:gridCol>
                <a:gridCol w="1768151">
                  <a:extLst>
                    <a:ext uri="{9D8B030D-6E8A-4147-A177-3AD203B41FA5}">
                      <a16:colId xmlns:a16="http://schemas.microsoft.com/office/drawing/2014/main" val="2779724137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17598058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IN"/>
                        <a:t>Criteria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Concept A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Concept B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Concept C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3008276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C1 – Feasibility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78110233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C2 – Cost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815656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C3 – Complexity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599560686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C4 – Impact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4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88284308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/>
                        <a:t>C5 – Innovation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3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2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/>
                        <a:t>5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4224185"/>
                  </a:ext>
                </a:extLst>
              </a:tr>
              <a:tr h="0">
                <a:tc>
                  <a:txBody>
                    <a:bodyPr/>
                    <a:lstStyle/>
                    <a:p>
                      <a:r>
                        <a:rPr lang="en-IN" b="1"/>
                        <a:t>Total Score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18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20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b="1"/>
                        <a:t>20</a:t>
                      </a:r>
                      <a:endParaRPr lang="en-IN">
                        <a:latin typeface="Arial Black" panose="020B0A04020102020204" pitchFamily="34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2967263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B6A802A7-917B-4F49-96E3-CE775AB3509E}"/>
              </a:ext>
            </a:extLst>
          </p:cNvPr>
          <p:cNvSpPr txBox="1"/>
          <p:nvPr/>
        </p:nvSpPr>
        <p:spPr>
          <a:xfrm>
            <a:off x="3702697" y="415300"/>
            <a:ext cx="4572000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3200">
                <a:latin typeface="Arial Black" panose="020B0A04020102020204" pitchFamily="34" charset="0"/>
              </a:rPr>
              <a:t>Concept Selection Matrix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B4606C-3CFE-45D6-BBC0-E4DE77AEB4FF}"/>
              </a:ext>
            </a:extLst>
          </p:cNvPr>
          <p:cNvSpPr txBox="1"/>
          <p:nvPr/>
        </p:nvSpPr>
        <p:spPr>
          <a:xfrm>
            <a:off x="1120072" y="5030288"/>
            <a:ext cx="995185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/>
              <a:t>Concept 3 is selected as it best balances </a:t>
            </a:r>
            <a:r>
              <a:rPr lang="en-US" sz="2400" b="1"/>
              <a:t>emotional companionship</a:t>
            </a:r>
            <a:r>
              <a:rPr lang="en-US" sz="2400"/>
              <a:t>, </a:t>
            </a:r>
            <a:r>
              <a:rPr lang="en-US" sz="2400" b="1"/>
              <a:t>context-aware monitoring</a:t>
            </a:r>
            <a:r>
              <a:rPr lang="en-US" sz="2400"/>
              <a:t>, and </a:t>
            </a:r>
            <a:r>
              <a:rPr lang="en-US" sz="2400" b="1"/>
              <a:t>research depth</a:t>
            </a:r>
            <a:r>
              <a:rPr lang="en-US" sz="2400"/>
              <a:t>, while remaining within non-medical and non-invasive boundaries.</a:t>
            </a:r>
            <a:endParaRPr lang="en-IN" sz="240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213196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2997" y="665728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/>
              <a:t>Functional Decomposition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3352D48F-E495-E184-1C24-2E934B7A2FE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313361"/>
              </p:ext>
            </p:extLst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F6E60C8C-CE0D-7FDA-6DC2-553FD579946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" y="166480"/>
            <a:ext cx="984705" cy="98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E1D1396D-5C23-6477-374F-785C1BC704A1}"/>
              </a:ext>
            </a:extLst>
          </p:cNvPr>
          <p:cNvSpPr/>
          <p:nvPr/>
        </p:nvSpPr>
        <p:spPr>
          <a:xfrm>
            <a:off x="968474" y="1441906"/>
            <a:ext cx="10255045" cy="4557253"/>
          </a:xfrm>
          <a:prstGeom prst="roundRect">
            <a:avLst>
              <a:gd name="adj" fmla="val 4585"/>
            </a:avLst>
          </a:prstGeom>
          <a:solidFill>
            <a:schemeClr val="accent2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numCol="2" rtlCol="0" anchor="ctr"/>
          <a:lstStyle/>
          <a:p>
            <a:pPr algn="ctr"/>
            <a:r>
              <a:rPr lang="en-US" sz="3200"/>
              <a:t>The Main Function</a:t>
            </a:r>
          </a:p>
          <a:p>
            <a:endParaRPr lang="en-US" sz="2400"/>
          </a:p>
          <a:p>
            <a:endParaRPr lang="en-US" sz="2400"/>
          </a:p>
          <a:p>
            <a:r>
              <a:rPr lang="en-US" sz="2400"/>
              <a:t>Provide friendly, non-invasive indoor assistance and awareness for elderly individuals living alone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Acts as a </a:t>
            </a:r>
            <a:r>
              <a:rPr lang="en-US" sz="2400" i="1"/>
              <a:t>companion and observer</a:t>
            </a:r>
            <a:r>
              <a:rPr lang="en-US" sz="2400"/>
              <a:t>, supporting caregiver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It is not a medical or physical assistance system</a:t>
            </a:r>
            <a:endParaRPr lang="en-US" sz="2400">
              <a:ea typeface="Calibri"/>
              <a:cs typeface="Calibri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</p:txBody>
      </p:sp>
      <p:pic>
        <p:nvPicPr>
          <p:cNvPr id="1026" name="Picture 2" descr="Build an Autonomous Wall-E Robot : 12 Steps (with Pictures) - Instructables">
            <a:extLst>
              <a:ext uri="{FF2B5EF4-FFF2-40B4-BE49-F238E27FC236}">
                <a16:creationId xmlns:a16="http://schemas.microsoft.com/office/drawing/2014/main" id="{80231F30-7AF1-0C92-0AD1-D2D7E7291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38685" y="1940789"/>
            <a:ext cx="4817806" cy="36119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4C839BE-CD79-E9B9-0438-87982A93F0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404C8741-2A16-4539-1874-589B031EE0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F51BDD8-B68F-44D3-E127-6F63FC8495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72B488AD-3E63-B7B0-3D05-4D8903471A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C049BD4B-FD12-FC09-F52C-8AE470776D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ABFCC7E9-BE24-8317-9BB1-218B0EBF17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8CA2542-E9EA-792D-E70A-9D12C77AEB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E4A8479-E4D8-5465-C570-DD82BB0B01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7" y="665728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/>
              <a:t>Functional Decomposition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6330B745-7035-2410-6867-1AA9479DE709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6298BBBE-9029-28DB-70C6-FFD19A022B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" y="166480"/>
            <a:ext cx="984705" cy="98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D3D39972-040B-D026-88C8-27FFE98A6472}"/>
              </a:ext>
            </a:extLst>
          </p:cNvPr>
          <p:cNvSpPr/>
          <p:nvPr/>
        </p:nvSpPr>
        <p:spPr>
          <a:xfrm>
            <a:off x="968477" y="1441906"/>
            <a:ext cx="10255045" cy="4557253"/>
          </a:xfrm>
          <a:prstGeom prst="roundRect">
            <a:avLst>
              <a:gd name="adj" fmla="val 4585"/>
            </a:avLst>
          </a:prstGeom>
          <a:solidFill>
            <a:srgbClr val="BD9B53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2" spcCol="457200" rtlCol="0" anchor="ctr"/>
          <a:lstStyle/>
          <a:p>
            <a:pPr algn="ctr"/>
            <a:r>
              <a:rPr lang="en-US" sz="3200"/>
              <a:t>The Sub Functions</a:t>
            </a:r>
          </a:p>
          <a:p>
            <a:endParaRPr lang="en-US" sz="2200"/>
          </a:p>
          <a:p>
            <a:r>
              <a:rPr lang="en-US" sz="2200" b="1"/>
              <a:t>1. Interaction &amp; Companionship</a:t>
            </a:r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Expressive eye and head movements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Sound and touch-based responses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Pet-like idle and attention behaviors</a:t>
            </a:r>
          </a:p>
          <a:p>
            <a:endParaRPr lang="en-US" sz="2200"/>
          </a:p>
          <a:p>
            <a:r>
              <a:rPr lang="en-US" sz="2200" b="1"/>
              <a:t>2. Environmental Awareness</a:t>
            </a:r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Gas leakage detection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Temperature &amp; humidity monitoring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Ambient light sensing</a:t>
            </a:r>
          </a:p>
          <a:p>
            <a:endParaRPr lang="en-US" sz="2200" b="1"/>
          </a:p>
          <a:p>
            <a:endParaRPr lang="en-US" sz="2200" b="1"/>
          </a:p>
          <a:p>
            <a:endParaRPr lang="en-US" sz="2200" b="1"/>
          </a:p>
          <a:p>
            <a:r>
              <a:rPr lang="en-US" sz="2200" b="1"/>
              <a:t>3. Presence &amp; Activity Observation</a:t>
            </a:r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Person presence detection (CV)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Basic posture &amp; room occupancy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Movement-based routine awareness</a:t>
            </a:r>
          </a:p>
          <a:p>
            <a:endParaRPr lang="en-US" sz="2200"/>
          </a:p>
          <a:p>
            <a:r>
              <a:rPr lang="en-US" sz="2200" b="1"/>
              <a:t>4. Communication &amp; Integration</a:t>
            </a:r>
            <a:endParaRPr lang="en-US" sz="22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Caregiver alerts (event-based)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/>
              <a:t>Home IoT interaction (lights, status)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200"/>
          </a:p>
        </p:txBody>
      </p:sp>
    </p:spTree>
    <p:extLst>
      <p:ext uri="{BB962C8B-B14F-4D97-AF65-F5344CB8AC3E}">
        <p14:creationId xmlns:p14="http://schemas.microsoft.com/office/powerpoint/2010/main" val="22040058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545AAD4-E51F-7DB8-4748-39F0C09303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9C406675-F954-124F-B516-9B93FFD282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26B0D2E9-BFDA-C7B7-CFDE-887C0E26976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C9460752-89BE-414E-E08F-A07DB981F8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581192C-F84D-1583-3B99-7A9D7F5AFA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EF1F407E-E878-AAB2-E92C-831C0C38834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07D5F77-0339-ED9D-A835-FAA113C32A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4902770-198D-4EE1-1D04-75011396EE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2997" y="665728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/>
              <a:t>Functional Decomposition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F8863F97-BD8E-43A0-4538-376AD78B8D0B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37228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E32BD8B6-E320-F9B3-92C0-13A78FD1D81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" y="166480"/>
            <a:ext cx="984705" cy="98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672E0099-8C8E-4F44-C19B-737931075632}"/>
              </a:ext>
            </a:extLst>
          </p:cNvPr>
          <p:cNvSpPr/>
          <p:nvPr/>
        </p:nvSpPr>
        <p:spPr>
          <a:xfrm>
            <a:off x="968477" y="1441906"/>
            <a:ext cx="10255045" cy="4557253"/>
          </a:xfrm>
          <a:prstGeom prst="roundRect">
            <a:avLst>
              <a:gd name="adj" fmla="val 4585"/>
            </a:avLst>
          </a:prstGeom>
          <a:solidFill>
            <a:srgbClr val="9BBB59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91440" tIns="45720" rIns="91440" bIns="45720" numCol="3" spcCol="182880" rtlCol="0" anchor="ctr"/>
          <a:lstStyle/>
          <a:p>
            <a:endParaRPr lang="en-US" sz="2400" b="1"/>
          </a:p>
          <a:p>
            <a:endParaRPr lang="en-US" sz="2400" b="1"/>
          </a:p>
          <a:p>
            <a:pPr algn="ctr"/>
            <a:r>
              <a:rPr lang="en-US" sz="2400" b="1"/>
              <a:t>What the robot MUST do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Monitor environment and presence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Behave predictably and calmly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Report abnormal conditions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Maintain user-friendly interaction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200"/>
          </a:p>
          <a:p>
            <a:pPr algn="ctr"/>
            <a:r>
              <a:rPr lang="en-US" sz="3200" b="1" u="sng"/>
              <a:t>System </a:t>
            </a:r>
            <a:r>
              <a:rPr lang="en-US" sz="3200" b="1" u="sng" err="1"/>
              <a:t>Responsibilites</a:t>
            </a:r>
            <a:endParaRPr lang="en-US" sz="3200" b="1" u="sng"/>
          </a:p>
          <a:p>
            <a:endParaRPr lang="en-US" sz="2200"/>
          </a:p>
          <a:p>
            <a:pPr algn="ctr"/>
            <a:r>
              <a:rPr lang="en-US" sz="2400" b="1"/>
              <a:t>Failure behavior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Stop movement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Neutral expression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Notify caregiver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Await instruction</a:t>
            </a:r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endParaRPr lang="en-US" sz="2400"/>
          </a:p>
          <a:p>
            <a:pPr algn="ctr"/>
            <a:r>
              <a:rPr lang="en-US" sz="2400" b="1"/>
              <a:t>What the robot WILL NOT do</a:t>
            </a:r>
            <a:endParaRPr lang="en-US" sz="240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Medical diagnosis or intervention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Continuous surveillance or recording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Physical assistance or load bearing</a:t>
            </a:r>
            <a:endParaRPr lang="en-US" sz="2400">
              <a:ea typeface="Calibri"/>
              <a:cs typeface="Calibri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/>
              <a:t>Autonomous emergency decisions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72347810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Rectangle 23">
            <a:extLst>
              <a:ext uri="{FF2B5EF4-FFF2-40B4-BE49-F238E27FC236}">
                <a16:creationId xmlns:a16="http://schemas.microsoft.com/office/drawing/2014/main" id="{5C8908E2-EE49-44D2-9428-A28D2312A8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05314994-6337-4875-8CF5-652CAFE834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1" y="-1"/>
            <a:ext cx="12191999" cy="4267200"/>
            <a:chOff x="7467600" y="0"/>
            <a:chExt cx="4724400" cy="6858000"/>
          </a:xfrm>
        </p:grpSpPr>
        <p:sp>
          <p:nvSpPr>
            <p:cNvPr id="27" name="Rectangle 26">
              <a:extLst>
                <a:ext uri="{FF2B5EF4-FFF2-40B4-BE49-F238E27FC236}">
                  <a16:creationId xmlns:a16="http://schemas.microsoft.com/office/drawing/2014/main" id="{B3A2D4D6-D501-439A-9FC6-397879C465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5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5CD20BAA-1998-4EBB-AD61-13A92072EC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7467600" y="0"/>
              <a:ext cx="4724400" cy="6858000"/>
            </a:xfrm>
            <a:prstGeom prst="rect">
              <a:avLst/>
            </a:prstGeom>
            <a:solidFill>
              <a:schemeClr val="accent6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7449A6C7-D15F-4AA5-BFA5-71A404B470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4267200"/>
          </a:xfrm>
          <a:custGeom>
            <a:avLst/>
            <a:gdLst>
              <a:gd name="connsiteX0" fmla="*/ 2537169 w 12192000"/>
              <a:gd name="connsiteY0" fmla="*/ 4125568 h 4267200"/>
              <a:gd name="connsiteX1" fmla="*/ 3246267 w 12192000"/>
              <a:gd name="connsiteY1" fmla="*/ 4262961 h 4267200"/>
              <a:gd name="connsiteX2" fmla="*/ 3253970 w 12192000"/>
              <a:gd name="connsiteY2" fmla="*/ 4267200 h 4267200"/>
              <a:gd name="connsiteX3" fmla="*/ 3071791 w 12192000"/>
              <a:gd name="connsiteY3" fmla="*/ 4267200 h 4267200"/>
              <a:gd name="connsiteX4" fmla="*/ 2975095 w 12192000"/>
              <a:gd name="connsiteY4" fmla="*/ 4243356 h 4267200"/>
              <a:gd name="connsiteX5" fmla="*/ 2626982 w 12192000"/>
              <a:gd name="connsiteY5" fmla="*/ 4206450 h 4267200"/>
              <a:gd name="connsiteX6" fmla="*/ 2490617 w 12192000"/>
              <a:gd name="connsiteY6" fmla="*/ 4206951 h 4267200"/>
              <a:gd name="connsiteX7" fmla="*/ 2819869 w 12192000"/>
              <a:gd name="connsiteY7" fmla="*/ 4252936 h 4267200"/>
              <a:gd name="connsiteX8" fmla="*/ 2900997 w 12192000"/>
              <a:gd name="connsiteY8" fmla="*/ 4267200 h 4267200"/>
              <a:gd name="connsiteX9" fmla="*/ 2705858 w 12192000"/>
              <a:gd name="connsiteY9" fmla="*/ 4267200 h 4267200"/>
              <a:gd name="connsiteX10" fmla="*/ 2561467 w 12192000"/>
              <a:gd name="connsiteY10" fmla="*/ 4246270 h 4267200"/>
              <a:gd name="connsiteX11" fmla="*/ 2305292 w 12192000"/>
              <a:gd name="connsiteY11" fmla="*/ 4219492 h 4267200"/>
              <a:gd name="connsiteX12" fmla="*/ 2409349 w 12192000"/>
              <a:gd name="connsiteY12" fmla="*/ 4267200 h 4267200"/>
              <a:gd name="connsiteX13" fmla="*/ 2266705 w 12192000"/>
              <a:gd name="connsiteY13" fmla="*/ 4267200 h 4267200"/>
              <a:gd name="connsiteX14" fmla="*/ 2183576 w 12192000"/>
              <a:gd name="connsiteY14" fmla="*/ 4227150 h 4267200"/>
              <a:gd name="connsiteX15" fmla="*/ 2151029 w 12192000"/>
              <a:gd name="connsiteY15" fmla="*/ 4146947 h 4267200"/>
              <a:gd name="connsiteX16" fmla="*/ 2537169 w 12192000"/>
              <a:gd name="connsiteY16" fmla="*/ 4125568 h 4267200"/>
              <a:gd name="connsiteX17" fmla="*/ 9258094 w 12192000"/>
              <a:gd name="connsiteY17" fmla="*/ 3958602 h 4267200"/>
              <a:gd name="connsiteX18" fmla="*/ 8526712 w 12192000"/>
              <a:gd name="connsiteY18" fmla="*/ 4119804 h 4267200"/>
              <a:gd name="connsiteX19" fmla="*/ 9258094 w 12192000"/>
              <a:gd name="connsiteY19" fmla="*/ 3958602 h 4267200"/>
              <a:gd name="connsiteX20" fmla="*/ 9168987 w 12192000"/>
              <a:gd name="connsiteY20" fmla="*/ 3919232 h 4267200"/>
              <a:gd name="connsiteX21" fmla="*/ 8603910 w 12192000"/>
              <a:gd name="connsiteY21" fmla="*/ 4068895 h 4267200"/>
              <a:gd name="connsiteX22" fmla="*/ 9252382 w 12192000"/>
              <a:gd name="connsiteY22" fmla="*/ 3927759 h 4267200"/>
              <a:gd name="connsiteX23" fmla="*/ 9168987 w 12192000"/>
              <a:gd name="connsiteY23" fmla="*/ 3919232 h 4267200"/>
              <a:gd name="connsiteX24" fmla="*/ 1635889 w 12192000"/>
              <a:gd name="connsiteY24" fmla="*/ 3709494 h 4267200"/>
              <a:gd name="connsiteX25" fmla="*/ 1634800 w 12192000"/>
              <a:gd name="connsiteY25" fmla="*/ 3731111 h 4267200"/>
              <a:gd name="connsiteX26" fmla="*/ 1635889 w 12192000"/>
              <a:gd name="connsiteY26" fmla="*/ 3709494 h 4267200"/>
              <a:gd name="connsiteX27" fmla="*/ 3174829 w 12192000"/>
              <a:gd name="connsiteY27" fmla="*/ 3620110 h 4267200"/>
              <a:gd name="connsiteX28" fmla="*/ 3189263 w 12192000"/>
              <a:gd name="connsiteY28" fmla="*/ 3625726 h 4267200"/>
              <a:gd name="connsiteX29" fmla="*/ 3560912 w 12192000"/>
              <a:gd name="connsiteY29" fmla="*/ 4079863 h 4267200"/>
              <a:gd name="connsiteX30" fmla="*/ 3611854 w 12192000"/>
              <a:gd name="connsiteY30" fmla="*/ 4188366 h 4267200"/>
              <a:gd name="connsiteX31" fmla="*/ 3631583 w 12192000"/>
              <a:gd name="connsiteY31" fmla="*/ 4267200 h 4267200"/>
              <a:gd name="connsiteX32" fmla="*/ 3575699 w 12192000"/>
              <a:gd name="connsiteY32" fmla="*/ 4267200 h 4267200"/>
              <a:gd name="connsiteX33" fmla="*/ 3575567 w 12192000"/>
              <a:gd name="connsiteY33" fmla="*/ 4263588 h 4267200"/>
              <a:gd name="connsiteX34" fmla="*/ 3467355 w 12192000"/>
              <a:gd name="connsiteY34" fmla="*/ 3988130 h 4267200"/>
              <a:gd name="connsiteX35" fmla="*/ 3310753 w 12192000"/>
              <a:gd name="connsiteY35" fmla="*/ 3787140 h 4267200"/>
              <a:gd name="connsiteX36" fmla="*/ 3291335 w 12192000"/>
              <a:gd name="connsiteY36" fmla="*/ 3767420 h 4267200"/>
              <a:gd name="connsiteX37" fmla="*/ 3390805 w 12192000"/>
              <a:gd name="connsiteY37" fmla="*/ 3937163 h 4267200"/>
              <a:gd name="connsiteX38" fmla="*/ 3545740 w 12192000"/>
              <a:gd name="connsiteY38" fmla="*/ 4251102 h 4267200"/>
              <a:gd name="connsiteX39" fmla="*/ 3550709 w 12192000"/>
              <a:gd name="connsiteY39" fmla="*/ 4267200 h 4267200"/>
              <a:gd name="connsiteX40" fmla="*/ 3513586 w 12192000"/>
              <a:gd name="connsiteY40" fmla="*/ 4267200 h 4267200"/>
              <a:gd name="connsiteX41" fmla="*/ 3470728 w 12192000"/>
              <a:gd name="connsiteY41" fmla="*/ 4152456 h 4267200"/>
              <a:gd name="connsiteX42" fmla="*/ 3364433 w 12192000"/>
              <a:gd name="connsiteY42" fmla="*/ 3953121 h 4267200"/>
              <a:gd name="connsiteX43" fmla="*/ 3316479 w 12192000"/>
              <a:gd name="connsiteY43" fmla="*/ 3872136 h 4267200"/>
              <a:gd name="connsiteX44" fmla="*/ 3504482 w 12192000"/>
              <a:gd name="connsiteY44" fmla="*/ 4267200 h 4267200"/>
              <a:gd name="connsiteX45" fmla="*/ 3467547 w 12192000"/>
              <a:gd name="connsiteY45" fmla="*/ 4267200 h 4267200"/>
              <a:gd name="connsiteX46" fmla="*/ 3177952 w 12192000"/>
              <a:gd name="connsiteY46" fmla="*/ 3657386 h 4267200"/>
              <a:gd name="connsiteX47" fmla="*/ 3174829 w 12192000"/>
              <a:gd name="connsiteY47" fmla="*/ 3620110 h 4267200"/>
              <a:gd name="connsiteX48" fmla="*/ 11279315 w 12192000"/>
              <a:gd name="connsiteY48" fmla="*/ 3618448 h 4267200"/>
              <a:gd name="connsiteX49" fmla="*/ 11317765 w 12192000"/>
              <a:gd name="connsiteY49" fmla="*/ 3638405 h 4267200"/>
              <a:gd name="connsiteX50" fmla="*/ 11304886 w 12192000"/>
              <a:gd name="connsiteY50" fmla="*/ 4200582 h 4267200"/>
              <a:gd name="connsiteX51" fmla="*/ 11298904 w 12192000"/>
              <a:gd name="connsiteY51" fmla="*/ 4267200 h 4267200"/>
              <a:gd name="connsiteX52" fmla="*/ 11213088 w 12192000"/>
              <a:gd name="connsiteY52" fmla="*/ 4267200 h 4267200"/>
              <a:gd name="connsiteX53" fmla="*/ 11219157 w 12192000"/>
              <a:gd name="connsiteY53" fmla="*/ 4210725 h 4267200"/>
              <a:gd name="connsiteX54" fmla="*/ 11225213 w 12192000"/>
              <a:gd name="connsiteY54" fmla="*/ 3936722 h 4267200"/>
              <a:gd name="connsiteX55" fmla="*/ 11182914 w 12192000"/>
              <a:gd name="connsiteY55" fmla="*/ 4196771 h 4267200"/>
              <a:gd name="connsiteX56" fmla="*/ 11172266 w 12192000"/>
              <a:gd name="connsiteY56" fmla="*/ 4267200 h 4267200"/>
              <a:gd name="connsiteX57" fmla="*/ 11140975 w 12192000"/>
              <a:gd name="connsiteY57" fmla="*/ 4267200 h 4267200"/>
              <a:gd name="connsiteX58" fmla="*/ 11152239 w 12192000"/>
              <a:gd name="connsiteY58" fmla="*/ 4192628 h 4267200"/>
              <a:gd name="connsiteX59" fmla="*/ 11201005 w 12192000"/>
              <a:gd name="connsiteY59" fmla="*/ 3900089 h 4267200"/>
              <a:gd name="connsiteX60" fmla="*/ 11105754 w 12192000"/>
              <a:gd name="connsiteY60" fmla="*/ 4139192 h 4267200"/>
              <a:gd name="connsiteX61" fmla="*/ 11065821 w 12192000"/>
              <a:gd name="connsiteY61" fmla="*/ 4267200 h 4267200"/>
              <a:gd name="connsiteX62" fmla="*/ 10978133 w 12192000"/>
              <a:gd name="connsiteY62" fmla="*/ 4267200 h 4267200"/>
              <a:gd name="connsiteX63" fmla="*/ 11088889 w 12192000"/>
              <a:gd name="connsiteY63" fmla="*/ 3963916 h 4267200"/>
              <a:gd name="connsiteX64" fmla="*/ 11231212 w 12192000"/>
              <a:gd name="connsiteY64" fmla="*/ 3645474 h 4267200"/>
              <a:gd name="connsiteX65" fmla="*/ 11279315 w 12192000"/>
              <a:gd name="connsiteY65" fmla="*/ 3618448 h 4267200"/>
              <a:gd name="connsiteX66" fmla="*/ 10296877 w 12192000"/>
              <a:gd name="connsiteY66" fmla="*/ 3526602 h 4267200"/>
              <a:gd name="connsiteX67" fmla="*/ 10314210 w 12192000"/>
              <a:gd name="connsiteY67" fmla="*/ 3538353 h 4267200"/>
              <a:gd name="connsiteX68" fmla="*/ 10450858 w 12192000"/>
              <a:gd name="connsiteY68" fmla="*/ 3902477 h 4267200"/>
              <a:gd name="connsiteX69" fmla="*/ 10572255 w 12192000"/>
              <a:gd name="connsiteY69" fmla="*/ 4267200 h 4267200"/>
              <a:gd name="connsiteX70" fmla="*/ 10477642 w 12192000"/>
              <a:gd name="connsiteY70" fmla="*/ 4267200 h 4267200"/>
              <a:gd name="connsiteX71" fmla="*/ 10436479 w 12192000"/>
              <a:gd name="connsiteY71" fmla="*/ 4144570 h 4267200"/>
              <a:gd name="connsiteX72" fmla="*/ 10277529 w 12192000"/>
              <a:gd name="connsiteY72" fmla="*/ 3701307 h 4267200"/>
              <a:gd name="connsiteX73" fmla="*/ 10276797 w 12192000"/>
              <a:gd name="connsiteY73" fmla="*/ 3708672 h 4267200"/>
              <a:gd name="connsiteX74" fmla="*/ 10385906 w 12192000"/>
              <a:gd name="connsiteY74" fmla="*/ 4147031 h 4267200"/>
              <a:gd name="connsiteX75" fmla="*/ 10431445 w 12192000"/>
              <a:gd name="connsiteY75" fmla="*/ 4267200 h 4267200"/>
              <a:gd name="connsiteX76" fmla="*/ 10398237 w 12192000"/>
              <a:gd name="connsiteY76" fmla="*/ 4267200 h 4267200"/>
              <a:gd name="connsiteX77" fmla="*/ 10356661 w 12192000"/>
              <a:gd name="connsiteY77" fmla="*/ 4157302 h 4267200"/>
              <a:gd name="connsiteX78" fmla="*/ 10268559 w 12192000"/>
              <a:gd name="connsiteY78" fmla="*/ 3871054 h 4267200"/>
              <a:gd name="connsiteX79" fmla="*/ 10340065 w 12192000"/>
              <a:gd name="connsiteY79" fmla="*/ 4201637 h 4267200"/>
              <a:gd name="connsiteX80" fmla="*/ 10368861 w 12192000"/>
              <a:gd name="connsiteY80" fmla="*/ 4267200 h 4267200"/>
              <a:gd name="connsiteX81" fmla="*/ 10267862 w 12192000"/>
              <a:gd name="connsiteY81" fmla="*/ 4267200 h 4267200"/>
              <a:gd name="connsiteX82" fmla="*/ 10236210 w 12192000"/>
              <a:gd name="connsiteY82" fmla="*/ 4185635 h 4267200"/>
              <a:gd name="connsiteX83" fmla="*/ 10225980 w 12192000"/>
              <a:gd name="connsiteY83" fmla="*/ 3561061 h 4267200"/>
              <a:gd name="connsiteX84" fmla="*/ 10296877 w 12192000"/>
              <a:gd name="connsiteY84" fmla="*/ 3526602 h 4267200"/>
              <a:gd name="connsiteX85" fmla="*/ 3429186 w 12192000"/>
              <a:gd name="connsiteY85" fmla="*/ 3458784 h 4267200"/>
              <a:gd name="connsiteX86" fmla="*/ 3446761 w 12192000"/>
              <a:gd name="connsiteY86" fmla="*/ 3461278 h 4267200"/>
              <a:gd name="connsiteX87" fmla="*/ 4419733 w 12192000"/>
              <a:gd name="connsiteY87" fmla="*/ 3963555 h 4267200"/>
              <a:gd name="connsiteX88" fmla="*/ 4659448 w 12192000"/>
              <a:gd name="connsiteY88" fmla="*/ 4172746 h 4267200"/>
              <a:gd name="connsiteX89" fmla="*/ 4719140 w 12192000"/>
              <a:gd name="connsiteY89" fmla="*/ 4267200 h 4267200"/>
              <a:gd name="connsiteX90" fmla="*/ 4641222 w 12192000"/>
              <a:gd name="connsiteY90" fmla="*/ 4267200 h 4267200"/>
              <a:gd name="connsiteX91" fmla="*/ 4599968 w 12192000"/>
              <a:gd name="connsiteY91" fmla="*/ 4207074 h 4267200"/>
              <a:gd name="connsiteX92" fmla="*/ 4136093 w 12192000"/>
              <a:gd name="connsiteY92" fmla="*/ 3858466 h 4267200"/>
              <a:gd name="connsiteX93" fmla="*/ 3670252 w 12192000"/>
              <a:gd name="connsiteY93" fmla="*/ 3622798 h 4267200"/>
              <a:gd name="connsiteX94" fmla="*/ 3817258 w 12192000"/>
              <a:gd name="connsiteY94" fmla="*/ 3723577 h 4267200"/>
              <a:gd name="connsiteX95" fmla="*/ 4000461 w 12192000"/>
              <a:gd name="connsiteY95" fmla="*/ 3855966 h 4267200"/>
              <a:gd name="connsiteX96" fmla="*/ 4088180 w 12192000"/>
              <a:gd name="connsiteY96" fmla="*/ 3929774 h 4267200"/>
              <a:gd name="connsiteX97" fmla="*/ 4184555 w 12192000"/>
              <a:gd name="connsiteY97" fmla="*/ 4010683 h 4267200"/>
              <a:gd name="connsiteX98" fmla="*/ 4399563 w 12192000"/>
              <a:gd name="connsiteY98" fmla="*/ 4158106 h 4267200"/>
              <a:gd name="connsiteX99" fmla="*/ 4546299 w 12192000"/>
              <a:gd name="connsiteY99" fmla="*/ 4254934 h 4267200"/>
              <a:gd name="connsiteX100" fmla="*/ 4561743 w 12192000"/>
              <a:gd name="connsiteY100" fmla="*/ 4267200 h 4267200"/>
              <a:gd name="connsiteX101" fmla="*/ 4509274 w 12192000"/>
              <a:gd name="connsiteY101" fmla="*/ 4267200 h 4267200"/>
              <a:gd name="connsiteX102" fmla="*/ 4383389 w 12192000"/>
              <a:gd name="connsiteY102" fmla="*/ 4184369 h 4267200"/>
              <a:gd name="connsiteX103" fmla="*/ 4165508 w 12192000"/>
              <a:gd name="connsiteY103" fmla="*/ 4035196 h 4267200"/>
              <a:gd name="connsiteX104" fmla="*/ 4068162 w 12192000"/>
              <a:gd name="connsiteY104" fmla="*/ 3953394 h 4267200"/>
              <a:gd name="connsiteX105" fmla="*/ 3981416 w 12192000"/>
              <a:gd name="connsiteY105" fmla="*/ 3880482 h 4267200"/>
              <a:gd name="connsiteX106" fmla="*/ 3800147 w 12192000"/>
              <a:gd name="connsiteY106" fmla="*/ 3749872 h 4267200"/>
              <a:gd name="connsiteX107" fmla="*/ 3655073 w 12192000"/>
              <a:gd name="connsiteY107" fmla="*/ 3650884 h 4267200"/>
              <a:gd name="connsiteX108" fmla="*/ 3989938 w 12192000"/>
              <a:gd name="connsiteY108" fmla="*/ 3991685 h 4267200"/>
              <a:gd name="connsiteX109" fmla="*/ 4393907 w 12192000"/>
              <a:gd name="connsiteY109" fmla="*/ 4261258 h 4267200"/>
              <a:gd name="connsiteX110" fmla="*/ 4408201 w 12192000"/>
              <a:gd name="connsiteY110" fmla="*/ 4267200 h 4267200"/>
              <a:gd name="connsiteX111" fmla="*/ 4250346 w 12192000"/>
              <a:gd name="connsiteY111" fmla="*/ 4267200 h 4267200"/>
              <a:gd name="connsiteX112" fmla="*/ 4245269 w 12192000"/>
              <a:gd name="connsiteY112" fmla="*/ 4265040 h 4267200"/>
              <a:gd name="connsiteX113" fmla="*/ 4036318 w 12192000"/>
              <a:gd name="connsiteY113" fmla="*/ 4147013 h 4267200"/>
              <a:gd name="connsiteX114" fmla="*/ 3432098 w 12192000"/>
              <a:gd name="connsiteY114" fmla="*/ 3537312 h 4267200"/>
              <a:gd name="connsiteX115" fmla="*/ 3429186 w 12192000"/>
              <a:gd name="connsiteY115" fmla="*/ 3458784 h 4267200"/>
              <a:gd name="connsiteX116" fmla="*/ 9334796 w 12192000"/>
              <a:gd name="connsiteY116" fmla="*/ 3456584 h 4267200"/>
              <a:gd name="connsiteX117" fmla="*/ 9651570 w 12192000"/>
              <a:gd name="connsiteY117" fmla="*/ 3826505 h 4267200"/>
              <a:gd name="connsiteX118" fmla="*/ 9334796 w 12192000"/>
              <a:gd name="connsiteY118" fmla="*/ 3456584 h 4267200"/>
              <a:gd name="connsiteX119" fmla="*/ 4440129 w 12192000"/>
              <a:gd name="connsiteY119" fmla="*/ 3448571 h 4267200"/>
              <a:gd name="connsiteX120" fmla="*/ 4856525 w 12192000"/>
              <a:gd name="connsiteY120" fmla="*/ 3915351 h 4267200"/>
              <a:gd name="connsiteX121" fmla="*/ 5059055 w 12192000"/>
              <a:gd name="connsiteY121" fmla="*/ 4108918 h 4267200"/>
              <a:gd name="connsiteX122" fmla="*/ 5290070 w 12192000"/>
              <a:gd name="connsiteY122" fmla="*/ 4263619 h 4267200"/>
              <a:gd name="connsiteX123" fmla="*/ 4834991 w 12192000"/>
              <a:gd name="connsiteY123" fmla="*/ 3830985 h 4267200"/>
              <a:gd name="connsiteX124" fmla="*/ 4440129 w 12192000"/>
              <a:gd name="connsiteY124" fmla="*/ 3448571 h 4267200"/>
              <a:gd name="connsiteX125" fmla="*/ 5425834 w 12192000"/>
              <a:gd name="connsiteY125" fmla="*/ 3162785 h 4267200"/>
              <a:gd name="connsiteX126" fmla="*/ 5401644 w 12192000"/>
              <a:gd name="connsiteY126" fmla="*/ 3617847 h 4267200"/>
              <a:gd name="connsiteX127" fmla="*/ 5467256 w 12192000"/>
              <a:gd name="connsiteY127" fmla="*/ 4175494 h 4267200"/>
              <a:gd name="connsiteX128" fmla="*/ 5448069 w 12192000"/>
              <a:gd name="connsiteY128" fmla="*/ 3567554 h 4267200"/>
              <a:gd name="connsiteX129" fmla="*/ 1318687 w 12192000"/>
              <a:gd name="connsiteY129" fmla="*/ 3113840 h 4267200"/>
              <a:gd name="connsiteX130" fmla="*/ 1066793 w 12192000"/>
              <a:gd name="connsiteY130" fmla="*/ 3212171 h 4267200"/>
              <a:gd name="connsiteX131" fmla="*/ 993319 w 12192000"/>
              <a:gd name="connsiteY131" fmla="*/ 3247648 h 4267200"/>
              <a:gd name="connsiteX132" fmla="*/ 853081 w 12192000"/>
              <a:gd name="connsiteY132" fmla="*/ 3312410 h 4267200"/>
              <a:gd name="connsiteX133" fmla="*/ 805957 w 12192000"/>
              <a:gd name="connsiteY133" fmla="*/ 3330443 h 4267200"/>
              <a:gd name="connsiteX134" fmla="*/ 1318687 w 12192000"/>
              <a:gd name="connsiteY134" fmla="*/ 3113840 h 4267200"/>
              <a:gd name="connsiteX135" fmla="*/ 5453702 w 12192000"/>
              <a:gd name="connsiteY135" fmla="*/ 3090882 h 4267200"/>
              <a:gd name="connsiteX136" fmla="*/ 5480135 w 12192000"/>
              <a:gd name="connsiteY136" fmla="*/ 3565802 h 4267200"/>
              <a:gd name="connsiteX137" fmla="*/ 5499023 w 12192000"/>
              <a:gd name="connsiteY137" fmla="*/ 4166310 h 4267200"/>
              <a:gd name="connsiteX138" fmla="*/ 5547022 w 12192000"/>
              <a:gd name="connsiteY138" fmla="*/ 3607838 h 4267200"/>
              <a:gd name="connsiteX139" fmla="*/ 5515964 w 12192000"/>
              <a:gd name="connsiteY139" fmla="*/ 3378541 h 4267200"/>
              <a:gd name="connsiteX140" fmla="*/ 5453702 w 12192000"/>
              <a:gd name="connsiteY140" fmla="*/ 3090882 h 4267200"/>
              <a:gd name="connsiteX141" fmla="*/ 9790480 w 12192000"/>
              <a:gd name="connsiteY141" fmla="*/ 3078533 h 4267200"/>
              <a:gd name="connsiteX142" fmla="*/ 9763295 w 12192000"/>
              <a:gd name="connsiteY142" fmla="*/ 3245370 h 4267200"/>
              <a:gd name="connsiteX143" fmla="*/ 9736458 w 12192000"/>
              <a:gd name="connsiteY143" fmla="*/ 3758413 h 4267200"/>
              <a:gd name="connsiteX144" fmla="*/ 9763499 w 12192000"/>
              <a:gd name="connsiteY144" fmla="*/ 3528057 h 4267200"/>
              <a:gd name="connsiteX145" fmla="*/ 9793906 w 12192000"/>
              <a:gd name="connsiteY145" fmla="*/ 3231157 h 4267200"/>
              <a:gd name="connsiteX146" fmla="*/ 9791874 w 12192000"/>
              <a:gd name="connsiteY146" fmla="*/ 3142788 h 4267200"/>
              <a:gd name="connsiteX147" fmla="*/ 9790480 w 12192000"/>
              <a:gd name="connsiteY147" fmla="*/ 3078533 h 4267200"/>
              <a:gd name="connsiteX148" fmla="*/ 1238695 w 12192000"/>
              <a:gd name="connsiteY148" fmla="*/ 3076820 h 4267200"/>
              <a:gd name="connsiteX149" fmla="*/ 716371 w 12192000"/>
              <a:gd name="connsiteY149" fmla="*/ 3293249 h 4267200"/>
              <a:gd name="connsiteX150" fmla="*/ 579522 w 12192000"/>
              <a:gd name="connsiteY150" fmla="*/ 3371759 h 4267200"/>
              <a:gd name="connsiteX151" fmla="*/ 600288 w 12192000"/>
              <a:gd name="connsiteY151" fmla="*/ 3365555 h 4267200"/>
              <a:gd name="connsiteX152" fmla="*/ 840692 w 12192000"/>
              <a:gd name="connsiteY152" fmla="*/ 3284921 h 4267200"/>
              <a:gd name="connsiteX153" fmla="*/ 979248 w 12192000"/>
              <a:gd name="connsiteY153" fmla="*/ 3221003 h 4267200"/>
              <a:gd name="connsiteX154" fmla="*/ 1053282 w 12192000"/>
              <a:gd name="connsiteY154" fmla="*/ 3185247 h 4267200"/>
              <a:gd name="connsiteX155" fmla="*/ 1320603 w 12192000"/>
              <a:gd name="connsiteY155" fmla="*/ 3081281 h 4267200"/>
              <a:gd name="connsiteX156" fmla="*/ 1238695 w 12192000"/>
              <a:gd name="connsiteY156" fmla="*/ 3076820 h 4267200"/>
              <a:gd name="connsiteX157" fmla="*/ 5425627 w 12192000"/>
              <a:gd name="connsiteY157" fmla="*/ 2954192 h 4267200"/>
              <a:gd name="connsiteX158" fmla="*/ 5470770 w 12192000"/>
              <a:gd name="connsiteY158" fmla="*/ 3005435 h 4267200"/>
              <a:gd name="connsiteX159" fmla="*/ 5567647 w 12192000"/>
              <a:gd name="connsiteY159" fmla="*/ 4190286 h 4267200"/>
              <a:gd name="connsiteX160" fmla="*/ 5545854 w 12192000"/>
              <a:gd name="connsiteY160" fmla="*/ 4267200 h 4267200"/>
              <a:gd name="connsiteX161" fmla="*/ 5391871 w 12192000"/>
              <a:gd name="connsiteY161" fmla="*/ 4267200 h 4267200"/>
              <a:gd name="connsiteX162" fmla="*/ 5318171 w 12192000"/>
              <a:gd name="connsiteY162" fmla="*/ 4175818 h 4267200"/>
              <a:gd name="connsiteX163" fmla="*/ 4943646 w 12192000"/>
              <a:gd name="connsiteY163" fmla="*/ 3822916 h 4267200"/>
              <a:gd name="connsiteX164" fmla="*/ 4594837 w 12192000"/>
              <a:gd name="connsiteY164" fmla="*/ 3532274 h 4267200"/>
              <a:gd name="connsiteX165" fmla="*/ 4441737 w 12192000"/>
              <a:gd name="connsiteY165" fmla="*/ 3399734 h 4267200"/>
              <a:gd name="connsiteX166" fmla="*/ 4431236 w 12192000"/>
              <a:gd name="connsiteY166" fmla="*/ 3400954 h 4267200"/>
              <a:gd name="connsiteX167" fmla="*/ 4557150 w 12192000"/>
              <a:gd name="connsiteY167" fmla="*/ 3510023 h 4267200"/>
              <a:gd name="connsiteX168" fmla="*/ 4856936 w 12192000"/>
              <a:gd name="connsiteY168" fmla="*/ 3809146 h 4267200"/>
              <a:gd name="connsiteX169" fmla="*/ 5111996 w 12192000"/>
              <a:gd name="connsiteY169" fmla="*/ 4065759 h 4267200"/>
              <a:gd name="connsiteX170" fmla="*/ 5246890 w 12192000"/>
              <a:gd name="connsiteY170" fmla="*/ 4187633 h 4267200"/>
              <a:gd name="connsiteX171" fmla="*/ 5347266 w 12192000"/>
              <a:gd name="connsiteY171" fmla="*/ 4267200 h 4267200"/>
              <a:gd name="connsiteX172" fmla="*/ 5164092 w 12192000"/>
              <a:gd name="connsiteY172" fmla="*/ 4267200 h 4267200"/>
              <a:gd name="connsiteX173" fmla="*/ 5108945 w 12192000"/>
              <a:gd name="connsiteY173" fmla="*/ 4232176 h 4267200"/>
              <a:gd name="connsiteX174" fmla="*/ 4294126 w 12192000"/>
              <a:gd name="connsiteY174" fmla="*/ 3303048 h 4267200"/>
              <a:gd name="connsiteX175" fmla="*/ 4305321 w 12192000"/>
              <a:gd name="connsiteY175" fmla="*/ 3256953 h 4267200"/>
              <a:gd name="connsiteX176" fmla="*/ 4949299 w 12192000"/>
              <a:gd name="connsiteY176" fmla="*/ 3766336 h 4267200"/>
              <a:gd name="connsiteX177" fmla="*/ 5291452 w 12192000"/>
              <a:gd name="connsiteY177" fmla="*/ 4076801 h 4267200"/>
              <a:gd name="connsiteX178" fmla="*/ 5434998 w 12192000"/>
              <a:gd name="connsiteY178" fmla="*/ 4254100 h 4267200"/>
              <a:gd name="connsiteX179" fmla="*/ 5351015 w 12192000"/>
              <a:gd name="connsiteY179" fmla="*/ 3760989 h 4267200"/>
              <a:gd name="connsiteX180" fmla="*/ 5413780 w 12192000"/>
              <a:gd name="connsiteY180" fmla="*/ 2966265 h 4267200"/>
              <a:gd name="connsiteX181" fmla="*/ 5425627 w 12192000"/>
              <a:gd name="connsiteY181" fmla="*/ 2954192 h 4267200"/>
              <a:gd name="connsiteX182" fmla="*/ 8380397 w 12192000"/>
              <a:gd name="connsiteY182" fmla="*/ 2896659 h 4267200"/>
              <a:gd name="connsiteX183" fmla="*/ 8634801 w 12192000"/>
              <a:gd name="connsiteY183" fmla="*/ 3304169 h 4267200"/>
              <a:gd name="connsiteX184" fmla="*/ 8971448 w 12192000"/>
              <a:gd name="connsiteY184" fmla="*/ 3675946 h 4267200"/>
              <a:gd name="connsiteX185" fmla="*/ 8820691 w 12192000"/>
              <a:gd name="connsiteY185" fmla="*/ 3486482 h 4267200"/>
              <a:gd name="connsiteX186" fmla="*/ 8807612 w 12192000"/>
              <a:gd name="connsiteY186" fmla="*/ 3467256 h 4267200"/>
              <a:gd name="connsiteX187" fmla="*/ 8556796 w 12192000"/>
              <a:gd name="connsiteY187" fmla="*/ 3116474 h 4267200"/>
              <a:gd name="connsiteX188" fmla="*/ 8427018 w 12192000"/>
              <a:gd name="connsiteY188" fmla="*/ 2948853 h 4267200"/>
              <a:gd name="connsiteX189" fmla="*/ 8380397 w 12192000"/>
              <a:gd name="connsiteY189" fmla="*/ 2896659 h 4267200"/>
              <a:gd name="connsiteX190" fmla="*/ 9831020 w 12192000"/>
              <a:gd name="connsiteY190" fmla="*/ 2871730 h 4267200"/>
              <a:gd name="connsiteX191" fmla="*/ 9827707 w 12192000"/>
              <a:gd name="connsiteY191" fmla="*/ 2915231 h 4267200"/>
              <a:gd name="connsiteX192" fmla="*/ 9820699 w 12192000"/>
              <a:gd name="connsiteY192" fmla="*/ 3051540 h 4267200"/>
              <a:gd name="connsiteX193" fmla="*/ 9822525 w 12192000"/>
              <a:gd name="connsiteY193" fmla="*/ 3140814 h 4267200"/>
              <a:gd name="connsiteX194" fmla="*/ 9824704 w 12192000"/>
              <a:gd name="connsiteY194" fmla="*/ 3230628 h 4267200"/>
              <a:gd name="connsiteX195" fmla="*/ 9793821 w 12192000"/>
              <a:gd name="connsiteY195" fmla="*/ 3531652 h 4267200"/>
              <a:gd name="connsiteX196" fmla="*/ 9767436 w 12192000"/>
              <a:gd name="connsiteY196" fmla="*/ 3750864 h 4267200"/>
              <a:gd name="connsiteX197" fmla="*/ 9814477 w 12192000"/>
              <a:gd name="connsiteY197" fmla="*/ 3662531 h 4267200"/>
              <a:gd name="connsiteX198" fmla="*/ 9831020 w 12192000"/>
              <a:gd name="connsiteY198" fmla="*/ 2871730 h 4267200"/>
              <a:gd name="connsiteX199" fmla="*/ 8380521 w 12192000"/>
              <a:gd name="connsiteY199" fmla="*/ 2850596 h 4267200"/>
              <a:gd name="connsiteX200" fmla="*/ 8451446 w 12192000"/>
              <a:gd name="connsiteY200" fmla="*/ 2928627 h 4267200"/>
              <a:gd name="connsiteX201" fmla="*/ 8582269 w 12192000"/>
              <a:gd name="connsiteY201" fmla="*/ 3097880 h 4267200"/>
              <a:gd name="connsiteX202" fmla="*/ 8833783 w 12192000"/>
              <a:gd name="connsiteY202" fmla="*/ 3449753 h 4267200"/>
              <a:gd name="connsiteX203" fmla="*/ 8846863 w 12192000"/>
              <a:gd name="connsiteY203" fmla="*/ 3468981 h 4267200"/>
              <a:gd name="connsiteX204" fmla="*/ 8960046 w 12192000"/>
              <a:gd name="connsiteY204" fmla="*/ 3620389 h 4267200"/>
              <a:gd name="connsiteX205" fmla="*/ 8380521 w 12192000"/>
              <a:gd name="connsiteY205" fmla="*/ 2850596 h 4267200"/>
              <a:gd name="connsiteX206" fmla="*/ 9854151 w 12192000"/>
              <a:gd name="connsiteY206" fmla="*/ 2642862 h 4267200"/>
              <a:gd name="connsiteX207" fmla="*/ 9871341 w 12192000"/>
              <a:gd name="connsiteY207" fmla="*/ 2659697 h 4267200"/>
              <a:gd name="connsiteX208" fmla="*/ 9966678 w 12192000"/>
              <a:gd name="connsiteY208" fmla="*/ 3423399 h 4267200"/>
              <a:gd name="connsiteX209" fmla="*/ 9880832 w 12192000"/>
              <a:gd name="connsiteY209" fmla="*/ 3700562 h 4267200"/>
              <a:gd name="connsiteX210" fmla="*/ 9896024 w 12192000"/>
              <a:gd name="connsiteY210" fmla="*/ 4178295 h 4267200"/>
              <a:gd name="connsiteX211" fmla="*/ 10028060 w 12192000"/>
              <a:gd name="connsiteY211" fmla="*/ 4267200 h 4267200"/>
              <a:gd name="connsiteX212" fmla="*/ 9651813 w 12192000"/>
              <a:gd name="connsiteY212" fmla="*/ 4267200 h 4267200"/>
              <a:gd name="connsiteX213" fmla="*/ 9814527 w 12192000"/>
              <a:gd name="connsiteY213" fmla="*/ 4248048 h 4267200"/>
              <a:gd name="connsiteX214" fmla="*/ 9615182 w 12192000"/>
              <a:gd name="connsiteY214" fmla="*/ 4220499 h 4267200"/>
              <a:gd name="connsiteX215" fmla="*/ 9465210 w 12192000"/>
              <a:gd name="connsiteY215" fmla="*/ 4242240 h 4267200"/>
              <a:gd name="connsiteX216" fmla="*/ 9387108 w 12192000"/>
              <a:gd name="connsiteY216" fmla="*/ 4267200 h 4267200"/>
              <a:gd name="connsiteX217" fmla="*/ 9268441 w 12192000"/>
              <a:gd name="connsiteY217" fmla="*/ 4267200 h 4267200"/>
              <a:gd name="connsiteX218" fmla="*/ 9307676 w 12192000"/>
              <a:gd name="connsiteY218" fmla="*/ 4251276 h 4267200"/>
              <a:gd name="connsiteX219" fmla="*/ 9761570 w 12192000"/>
              <a:gd name="connsiteY219" fmla="*/ 4182283 h 4267200"/>
              <a:gd name="connsiteX220" fmla="*/ 9368237 w 12192000"/>
              <a:gd name="connsiteY220" fmla="*/ 3949470 h 4267200"/>
              <a:gd name="connsiteX221" fmla="*/ 9354614 w 12192000"/>
              <a:gd name="connsiteY221" fmla="*/ 3951288 h 4267200"/>
              <a:gd name="connsiteX222" fmla="*/ 8364351 w 12192000"/>
              <a:gd name="connsiteY222" fmla="*/ 4159267 h 4267200"/>
              <a:gd name="connsiteX223" fmla="*/ 8386567 w 12192000"/>
              <a:gd name="connsiteY223" fmla="*/ 4119760 h 4267200"/>
              <a:gd name="connsiteX224" fmla="*/ 9231713 w 12192000"/>
              <a:gd name="connsiteY224" fmla="*/ 3873539 h 4267200"/>
              <a:gd name="connsiteX225" fmla="*/ 9023301 w 12192000"/>
              <a:gd name="connsiteY225" fmla="*/ 3763109 h 4267200"/>
              <a:gd name="connsiteX226" fmla="*/ 9010556 w 12192000"/>
              <a:gd name="connsiteY226" fmla="*/ 3758998 h 4267200"/>
              <a:gd name="connsiteX227" fmla="*/ 8604324 w 12192000"/>
              <a:gd name="connsiteY227" fmla="*/ 3417171 h 4267200"/>
              <a:gd name="connsiteX228" fmla="*/ 8218577 w 12192000"/>
              <a:gd name="connsiteY228" fmla="*/ 2770227 h 4267200"/>
              <a:gd name="connsiteX229" fmla="*/ 8222774 w 12192000"/>
              <a:gd name="connsiteY229" fmla="*/ 2749954 h 4267200"/>
              <a:gd name="connsiteX230" fmla="*/ 8297623 w 12192000"/>
              <a:gd name="connsiteY230" fmla="*/ 2731935 h 4267200"/>
              <a:gd name="connsiteX231" fmla="*/ 9090618 w 12192000"/>
              <a:gd name="connsiteY231" fmla="*/ 3716225 h 4267200"/>
              <a:gd name="connsiteX232" fmla="*/ 9762441 w 12192000"/>
              <a:gd name="connsiteY232" fmla="*/ 4093587 h 4267200"/>
              <a:gd name="connsiteX233" fmla="*/ 9717826 w 12192000"/>
              <a:gd name="connsiteY233" fmla="*/ 3916719 h 4267200"/>
              <a:gd name="connsiteX234" fmla="*/ 9713123 w 12192000"/>
              <a:gd name="connsiteY234" fmla="*/ 3916663 h 4267200"/>
              <a:gd name="connsiteX235" fmla="*/ 9175594 w 12192000"/>
              <a:gd name="connsiteY235" fmla="*/ 3326950 h 4267200"/>
              <a:gd name="connsiteX236" fmla="*/ 9253941 w 12192000"/>
              <a:gd name="connsiteY236" fmla="*/ 3287566 h 4267200"/>
              <a:gd name="connsiteX237" fmla="*/ 9625671 w 12192000"/>
              <a:gd name="connsiteY237" fmla="*/ 3639960 h 4267200"/>
              <a:gd name="connsiteX238" fmla="*/ 9656881 w 12192000"/>
              <a:gd name="connsiteY238" fmla="*/ 3333361 h 4267200"/>
              <a:gd name="connsiteX239" fmla="*/ 9782066 w 12192000"/>
              <a:gd name="connsiteY239" fmla="*/ 2680771 h 4267200"/>
              <a:gd name="connsiteX240" fmla="*/ 9854151 w 12192000"/>
              <a:gd name="connsiteY240" fmla="*/ 2642862 h 4267200"/>
              <a:gd name="connsiteX241" fmla="*/ 11114299 w 12192000"/>
              <a:gd name="connsiteY241" fmla="*/ 2390555 h 4267200"/>
              <a:gd name="connsiteX242" fmla="*/ 11113373 w 12192000"/>
              <a:gd name="connsiteY242" fmla="*/ 2392739 h 4267200"/>
              <a:gd name="connsiteX243" fmla="*/ 11117197 w 12192000"/>
              <a:gd name="connsiteY243" fmla="*/ 2394358 h 4267200"/>
              <a:gd name="connsiteX244" fmla="*/ 11114299 w 12192000"/>
              <a:gd name="connsiteY244" fmla="*/ 2390555 h 4267200"/>
              <a:gd name="connsiteX245" fmla="*/ 10506276 w 12192000"/>
              <a:gd name="connsiteY245" fmla="*/ 2118977 h 4267200"/>
              <a:gd name="connsiteX246" fmla="*/ 10431542 w 12192000"/>
              <a:gd name="connsiteY246" fmla="*/ 2525128 h 4267200"/>
              <a:gd name="connsiteX247" fmla="*/ 10391375 w 12192000"/>
              <a:gd name="connsiteY247" fmla="*/ 2667145 h 4267200"/>
              <a:gd name="connsiteX248" fmla="*/ 10355047 w 12192000"/>
              <a:gd name="connsiteY248" fmla="*/ 2832031 h 4267200"/>
              <a:gd name="connsiteX249" fmla="*/ 10336080 w 12192000"/>
              <a:gd name="connsiteY249" fmla="*/ 2927011 h 4267200"/>
              <a:gd name="connsiteX250" fmla="*/ 10389394 w 12192000"/>
              <a:gd name="connsiteY250" fmla="*/ 2782834 h 4267200"/>
              <a:gd name="connsiteX251" fmla="*/ 10506276 w 12192000"/>
              <a:gd name="connsiteY251" fmla="*/ 2118977 h 4267200"/>
              <a:gd name="connsiteX252" fmla="*/ 11538179 w 12192000"/>
              <a:gd name="connsiteY252" fmla="*/ 2090376 h 4267200"/>
              <a:gd name="connsiteX253" fmla="*/ 11577479 w 12192000"/>
              <a:gd name="connsiteY253" fmla="*/ 2228695 h 4267200"/>
              <a:gd name="connsiteX254" fmla="*/ 11586754 w 12192000"/>
              <a:gd name="connsiteY254" fmla="*/ 2266098 h 4267200"/>
              <a:gd name="connsiteX255" fmla="*/ 11609011 w 12192000"/>
              <a:gd name="connsiteY255" fmla="*/ 2353427 h 4267200"/>
              <a:gd name="connsiteX256" fmla="*/ 11761579 w 12192000"/>
              <a:gd name="connsiteY256" fmla="*/ 2703223 h 4267200"/>
              <a:gd name="connsiteX257" fmla="*/ 11877711 w 12192000"/>
              <a:gd name="connsiteY257" fmla="*/ 2947465 h 4267200"/>
              <a:gd name="connsiteX258" fmla="*/ 11538179 w 12192000"/>
              <a:gd name="connsiteY258" fmla="*/ 2090376 h 4267200"/>
              <a:gd name="connsiteX259" fmla="*/ 6604735 w 12192000"/>
              <a:gd name="connsiteY259" fmla="*/ 2041381 h 4267200"/>
              <a:gd name="connsiteX260" fmla="*/ 7204487 w 12192000"/>
              <a:gd name="connsiteY260" fmla="*/ 2742112 h 4267200"/>
              <a:gd name="connsiteX261" fmla="*/ 7131592 w 12192000"/>
              <a:gd name="connsiteY261" fmla="*/ 2672096 h 4267200"/>
              <a:gd name="connsiteX262" fmla="*/ 6996344 w 12192000"/>
              <a:gd name="connsiteY262" fmla="*/ 2518310 h 4267200"/>
              <a:gd name="connsiteX263" fmla="*/ 6735495 w 12192000"/>
              <a:gd name="connsiteY263" fmla="*/ 2196890 h 4267200"/>
              <a:gd name="connsiteX264" fmla="*/ 6721901 w 12192000"/>
              <a:gd name="connsiteY264" fmla="*/ 2179274 h 4267200"/>
              <a:gd name="connsiteX265" fmla="*/ 6604735 w 12192000"/>
              <a:gd name="connsiteY265" fmla="*/ 2041381 h 4267200"/>
              <a:gd name="connsiteX266" fmla="*/ 11488421 w 12192000"/>
              <a:gd name="connsiteY266" fmla="*/ 2034549 h 4267200"/>
              <a:gd name="connsiteX267" fmla="*/ 11840356 w 12192000"/>
              <a:gd name="connsiteY267" fmla="*/ 2932293 h 4267200"/>
              <a:gd name="connsiteX268" fmla="*/ 11736331 w 12192000"/>
              <a:gd name="connsiteY268" fmla="*/ 2715710 h 4267200"/>
              <a:gd name="connsiteX269" fmla="*/ 11581560 w 12192000"/>
              <a:gd name="connsiteY269" fmla="*/ 2360474 h 4267200"/>
              <a:gd name="connsiteX270" fmla="*/ 11558442 w 12192000"/>
              <a:gd name="connsiteY270" fmla="*/ 2272139 h 4267200"/>
              <a:gd name="connsiteX271" fmla="*/ 11549169 w 12192000"/>
              <a:gd name="connsiteY271" fmla="*/ 2234734 h 4267200"/>
              <a:gd name="connsiteX272" fmla="*/ 11488421 w 12192000"/>
              <a:gd name="connsiteY272" fmla="*/ 2034549 h 4267200"/>
              <a:gd name="connsiteX273" fmla="*/ 10468916 w 12192000"/>
              <a:gd name="connsiteY273" fmla="*/ 2032338 h 4267200"/>
              <a:gd name="connsiteX274" fmla="*/ 10421480 w 12192000"/>
              <a:gd name="connsiteY274" fmla="*/ 2185446 h 4267200"/>
              <a:gd name="connsiteX275" fmla="*/ 10351264 w 12192000"/>
              <a:gd name="connsiteY275" fmla="*/ 2591574 h 4267200"/>
              <a:gd name="connsiteX276" fmla="*/ 10294485 w 12192000"/>
              <a:gd name="connsiteY276" fmla="*/ 2991809 h 4267200"/>
              <a:gd name="connsiteX277" fmla="*/ 10327850 w 12192000"/>
              <a:gd name="connsiteY277" fmla="*/ 2826310 h 4267200"/>
              <a:gd name="connsiteX278" fmla="*/ 10364099 w 12192000"/>
              <a:gd name="connsiteY278" fmla="*/ 2660098 h 4267200"/>
              <a:gd name="connsiteX279" fmla="*/ 10404725 w 12192000"/>
              <a:gd name="connsiteY279" fmla="*/ 2516991 h 4267200"/>
              <a:gd name="connsiteX280" fmla="*/ 10478071 w 12192000"/>
              <a:gd name="connsiteY280" fmla="*/ 2114122 h 4267200"/>
              <a:gd name="connsiteX281" fmla="*/ 10468916 w 12192000"/>
              <a:gd name="connsiteY281" fmla="*/ 2032338 h 4267200"/>
              <a:gd name="connsiteX282" fmla="*/ 10573132 w 12192000"/>
              <a:gd name="connsiteY282" fmla="*/ 1991479 h 4267200"/>
              <a:gd name="connsiteX283" fmla="*/ 11066880 w 12192000"/>
              <a:gd name="connsiteY283" fmla="*/ 2371770 h 4267200"/>
              <a:gd name="connsiteX284" fmla="*/ 10573132 w 12192000"/>
              <a:gd name="connsiteY284" fmla="*/ 1991479 h 4267200"/>
              <a:gd name="connsiteX285" fmla="*/ 6591670 w 12192000"/>
              <a:gd name="connsiteY285" fmla="*/ 1988277 h 4267200"/>
              <a:gd name="connsiteX286" fmla="*/ 6747349 w 12192000"/>
              <a:gd name="connsiteY286" fmla="*/ 2160069 h 4267200"/>
              <a:gd name="connsiteX287" fmla="*/ 6760943 w 12192000"/>
              <a:gd name="connsiteY287" fmla="*/ 2177686 h 4267200"/>
              <a:gd name="connsiteX288" fmla="*/ 7021065 w 12192000"/>
              <a:gd name="connsiteY288" fmla="*/ 2498102 h 4267200"/>
              <a:gd name="connsiteX289" fmla="*/ 7155223 w 12192000"/>
              <a:gd name="connsiteY289" fmla="*/ 2650386 h 4267200"/>
              <a:gd name="connsiteX290" fmla="*/ 7203167 w 12192000"/>
              <a:gd name="connsiteY290" fmla="*/ 2697288 h 4267200"/>
              <a:gd name="connsiteX291" fmla="*/ 6937703 w 12192000"/>
              <a:gd name="connsiteY291" fmla="*/ 2321981 h 4267200"/>
              <a:gd name="connsiteX292" fmla="*/ 6591670 w 12192000"/>
              <a:gd name="connsiteY292" fmla="*/ 1988277 h 4267200"/>
              <a:gd name="connsiteX293" fmla="*/ 5798671 w 12192000"/>
              <a:gd name="connsiteY293" fmla="*/ 1981601 h 4267200"/>
              <a:gd name="connsiteX294" fmla="*/ 5754709 w 12192000"/>
              <a:gd name="connsiteY294" fmla="*/ 2071454 h 4267200"/>
              <a:gd name="connsiteX295" fmla="*/ 5763044 w 12192000"/>
              <a:gd name="connsiteY295" fmla="*/ 2842206 h 4267200"/>
              <a:gd name="connsiteX296" fmla="*/ 5764974 w 12192000"/>
              <a:gd name="connsiteY296" fmla="*/ 2799609 h 4267200"/>
              <a:gd name="connsiteX297" fmla="*/ 5767665 w 12192000"/>
              <a:gd name="connsiteY297" fmla="*/ 2666409 h 4267200"/>
              <a:gd name="connsiteX298" fmla="*/ 5763055 w 12192000"/>
              <a:gd name="connsiteY298" fmla="*/ 2579705 h 4267200"/>
              <a:gd name="connsiteX299" fmla="*/ 5758079 w 12192000"/>
              <a:gd name="connsiteY299" fmla="*/ 2492508 h 4267200"/>
              <a:gd name="connsiteX300" fmla="*/ 5779325 w 12192000"/>
              <a:gd name="connsiteY300" fmla="*/ 2197069 h 4267200"/>
              <a:gd name="connsiteX301" fmla="*/ 5798671 w 12192000"/>
              <a:gd name="connsiteY301" fmla="*/ 1981601 h 4267200"/>
              <a:gd name="connsiteX302" fmla="*/ 5829202 w 12192000"/>
              <a:gd name="connsiteY302" fmla="*/ 1971679 h 4267200"/>
              <a:gd name="connsiteX303" fmla="*/ 5809558 w 12192000"/>
              <a:gd name="connsiteY303" fmla="*/ 2198043 h 4267200"/>
              <a:gd name="connsiteX304" fmla="*/ 5788653 w 12192000"/>
              <a:gd name="connsiteY304" fmla="*/ 2489430 h 4267200"/>
              <a:gd name="connsiteX305" fmla="*/ 5793439 w 12192000"/>
              <a:gd name="connsiteY305" fmla="*/ 2575235 h 4267200"/>
              <a:gd name="connsiteX306" fmla="*/ 5796837 w 12192000"/>
              <a:gd name="connsiteY306" fmla="*/ 2637633 h 4267200"/>
              <a:gd name="connsiteX307" fmla="*/ 5818614 w 12192000"/>
              <a:gd name="connsiteY307" fmla="*/ 2473055 h 4267200"/>
              <a:gd name="connsiteX308" fmla="*/ 5829202 w 12192000"/>
              <a:gd name="connsiteY308" fmla="*/ 1971679 h 4267200"/>
              <a:gd name="connsiteX309" fmla="*/ 10578769 w 12192000"/>
              <a:gd name="connsiteY309" fmla="*/ 1962963 h 4267200"/>
              <a:gd name="connsiteX310" fmla="*/ 11073823 w 12192000"/>
              <a:gd name="connsiteY310" fmla="*/ 2338658 h 4267200"/>
              <a:gd name="connsiteX311" fmla="*/ 10578769 w 12192000"/>
              <a:gd name="connsiteY311" fmla="*/ 1962963 h 4267200"/>
              <a:gd name="connsiteX312" fmla="*/ 5911389 w 12192000"/>
              <a:gd name="connsiteY312" fmla="*/ 1898371 h 4267200"/>
              <a:gd name="connsiteX313" fmla="*/ 6237627 w 12192000"/>
              <a:gd name="connsiteY313" fmla="*/ 2231921 h 4267200"/>
              <a:gd name="connsiteX314" fmla="*/ 5911389 w 12192000"/>
              <a:gd name="connsiteY314" fmla="*/ 1898371 h 4267200"/>
              <a:gd name="connsiteX315" fmla="*/ 6944437 w 12192000"/>
              <a:gd name="connsiteY315" fmla="*/ 1575402 h 4267200"/>
              <a:gd name="connsiteX316" fmla="*/ 6304730 w 12192000"/>
              <a:gd name="connsiteY316" fmla="*/ 1766654 h 4267200"/>
              <a:gd name="connsiteX317" fmla="*/ 6944437 w 12192000"/>
              <a:gd name="connsiteY317" fmla="*/ 1575402 h 4267200"/>
              <a:gd name="connsiteX318" fmla="*/ 7019523 w 12192000"/>
              <a:gd name="connsiteY318" fmla="*/ 1519450 h 4267200"/>
              <a:gd name="connsiteX319" fmla="*/ 6298091 w 12192000"/>
              <a:gd name="connsiteY319" fmla="*/ 1737122 h 4267200"/>
              <a:gd name="connsiteX320" fmla="*/ 7019523 w 12192000"/>
              <a:gd name="connsiteY320" fmla="*/ 1519450 h 4267200"/>
              <a:gd name="connsiteX321" fmla="*/ 2399523 w 12192000"/>
              <a:gd name="connsiteY321" fmla="*/ 1428234 h 4267200"/>
              <a:gd name="connsiteX322" fmla="*/ 2224982 w 12192000"/>
              <a:gd name="connsiteY322" fmla="*/ 1826201 h 4267200"/>
              <a:gd name="connsiteX323" fmla="*/ 2096099 w 12192000"/>
              <a:gd name="connsiteY323" fmla="*/ 2345900 h 4267200"/>
              <a:gd name="connsiteX324" fmla="*/ 2283317 w 12192000"/>
              <a:gd name="connsiteY324" fmla="*/ 1796925 h 4267200"/>
              <a:gd name="connsiteX325" fmla="*/ 2448558 w 12192000"/>
              <a:gd name="connsiteY325" fmla="*/ 1373435 h 4267200"/>
              <a:gd name="connsiteX326" fmla="*/ 2312521 w 12192000"/>
              <a:gd name="connsiteY326" fmla="*/ 1806140 h 4267200"/>
              <a:gd name="connsiteX327" fmla="*/ 2127533 w 12192000"/>
              <a:gd name="connsiteY327" fmla="*/ 2348380 h 4267200"/>
              <a:gd name="connsiteX328" fmla="*/ 2358080 w 12192000"/>
              <a:gd name="connsiteY328" fmla="*/ 1866134 h 4267200"/>
              <a:gd name="connsiteX329" fmla="*/ 2407436 w 12192000"/>
              <a:gd name="connsiteY329" fmla="*/ 1651070 h 4267200"/>
              <a:gd name="connsiteX330" fmla="*/ 2448558 w 12192000"/>
              <a:gd name="connsiteY330" fmla="*/ 1373435 h 4267200"/>
              <a:gd name="connsiteX331" fmla="*/ 278707 w 12192000"/>
              <a:gd name="connsiteY331" fmla="*/ 1352270 h 4267200"/>
              <a:gd name="connsiteX332" fmla="*/ 321570 w 12192000"/>
              <a:gd name="connsiteY332" fmla="*/ 1861610 h 4267200"/>
              <a:gd name="connsiteX333" fmla="*/ 294281 w 12192000"/>
              <a:gd name="connsiteY333" fmla="*/ 1440658 h 4267200"/>
              <a:gd name="connsiteX334" fmla="*/ 1423821 w 12192000"/>
              <a:gd name="connsiteY334" fmla="*/ 1351958 h 4267200"/>
              <a:gd name="connsiteX335" fmla="*/ 1638521 w 12192000"/>
              <a:gd name="connsiteY335" fmla="*/ 1908470 h 4267200"/>
              <a:gd name="connsiteX336" fmla="*/ 1754199 w 12192000"/>
              <a:gd name="connsiteY336" fmla="*/ 2149284 h 4267200"/>
              <a:gd name="connsiteX337" fmla="*/ 1908359 w 12192000"/>
              <a:gd name="connsiteY337" fmla="*/ 2364988 h 4267200"/>
              <a:gd name="connsiteX338" fmla="*/ 1647661 w 12192000"/>
              <a:gd name="connsiteY338" fmla="*/ 1825945 h 4267200"/>
              <a:gd name="connsiteX339" fmla="*/ 1423821 w 12192000"/>
              <a:gd name="connsiteY339" fmla="*/ 1351958 h 4267200"/>
              <a:gd name="connsiteX340" fmla="*/ 9518298 w 12192000"/>
              <a:gd name="connsiteY340" fmla="*/ 1338235 h 4267200"/>
              <a:gd name="connsiteX341" fmla="*/ 9838009 w 12192000"/>
              <a:gd name="connsiteY341" fmla="*/ 2272553 h 4267200"/>
              <a:gd name="connsiteX342" fmla="*/ 9805906 w 12192000"/>
              <a:gd name="connsiteY342" fmla="*/ 2159819 h 4267200"/>
              <a:gd name="connsiteX343" fmla="*/ 9801623 w 12192000"/>
              <a:gd name="connsiteY343" fmla="*/ 2142555 h 4267200"/>
              <a:gd name="connsiteX344" fmla="*/ 9628671 w 12192000"/>
              <a:gd name="connsiteY344" fmla="*/ 1617375 h 4267200"/>
              <a:gd name="connsiteX345" fmla="*/ 9598299 w 12192000"/>
              <a:gd name="connsiteY345" fmla="*/ 1544643 h 4267200"/>
              <a:gd name="connsiteX346" fmla="*/ 9518298 w 12192000"/>
              <a:gd name="connsiteY346" fmla="*/ 1338235 h 4267200"/>
              <a:gd name="connsiteX347" fmla="*/ 1431890 w 12192000"/>
              <a:gd name="connsiteY347" fmla="*/ 1306475 h 4267200"/>
              <a:gd name="connsiteX348" fmla="*/ 1507597 w 12192000"/>
              <a:gd name="connsiteY348" fmla="*/ 1446132 h 4267200"/>
              <a:gd name="connsiteX349" fmla="*/ 1674586 w 12192000"/>
              <a:gd name="connsiteY349" fmla="*/ 1813832 h 4267200"/>
              <a:gd name="connsiteX350" fmla="*/ 1815950 w 12192000"/>
              <a:gd name="connsiteY350" fmla="*/ 2128564 h 4267200"/>
              <a:gd name="connsiteX351" fmla="*/ 1984242 w 12192000"/>
              <a:gd name="connsiteY351" fmla="*/ 2430829 h 4267200"/>
              <a:gd name="connsiteX352" fmla="*/ 2014023 w 12192000"/>
              <a:gd name="connsiteY352" fmla="*/ 2450995 h 4267200"/>
              <a:gd name="connsiteX353" fmla="*/ 1747337 w 12192000"/>
              <a:gd name="connsiteY353" fmla="*/ 1855264 h 4267200"/>
              <a:gd name="connsiteX354" fmla="*/ 1533749 w 12192000"/>
              <a:gd name="connsiteY354" fmla="*/ 1478656 h 4267200"/>
              <a:gd name="connsiteX355" fmla="*/ 1431890 w 12192000"/>
              <a:gd name="connsiteY355" fmla="*/ 1306475 h 4267200"/>
              <a:gd name="connsiteX356" fmla="*/ 5052692 w 12192000"/>
              <a:gd name="connsiteY356" fmla="*/ 1292994 h 4267200"/>
              <a:gd name="connsiteX357" fmla="*/ 5200661 w 12192000"/>
              <a:gd name="connsiteY357" fmla="*/ 1635186 h 4267200"/>
              <a:gd name="connsiteX358" fmla="*/ 5297138 w 12192000"/>
              <a:gd name="connsiteY358" fmla="*/ 1906351 h 4267200"/>
              <a:gd name="connsiteX359" fmla="*/ 5052692 w 12192000"/>
              <a:gd name="connsiteY359" fmla="*/ 1292994 h 4267200"/>
              <a:gd name="connsiteX360" fmla="*/ 9528078 w 12192000"/>
              <a:gd name="connsiteY360" fmla="*/ 1278636 h 4267200"/>
              <a:gd name="connsiteX361" fmla="*/ 9623946 w 12192000"/>
              <a:gd name="connsiteY361" fmla="*/ 1534260 h 4267200"/>
              <a:gd name="connsiteX362" fmla="*/ 9654858 w 12192000"/>
              <a:gd name="connsiteY362" fmla="*/ 1607218 h 4267200"/>
              <a:gd name="connsiteX363" fmla="*/ 9826304 w 12192000"/>
              <a:gd name="connsiteY363" fmla="*/ 2125320 h 4267200"/>
              <a:gd name="connsiteX364" fmla="*/ 9701198 w 12192000"/>
              <a:gd name="connsiteY364" fmla="*/ 1646797 h 4267200"/>
              <a:gd name="connsiteX365" fmla="*/ 9528078 w 12192000"/>
              <a:gd name="connsiteY365" fmla="*/ 1278636 h 4267200"/>
              <a:gd name="connsiteX366" fmla="*/ 5009948 w 12192000"/>
              <a:gd name="connsiteY366" fmla="*/ 1273619 h 4267200"/>
              <a:gd name="connsiteX367" fmla="*/ 5121777 w 12192000"/>
              <a:gd name="connsiteY367" fmla="*/ 1654213 h 4267200"/>
              <a:gd name="connsiteX368" fmla="*/ 5293545 w 12192000"/>
              <a:gd name="connsiteY368" fmla="*/ 2072247 h 4267200"/>
              <a:gd name="connsiteX369" fmla="*/ 5294042 w 12192000"/>
              <a:gd name="connsiteY369" fmla="*/ 2065019 h 4267200"/>
              <a:gd name="connsiteX370" fmla="*/ 5171936 w 12192000"/>
              <a:gd name="connsiteY370" fmla="*/ 1647613 h 4267200"/>
              <a:gd name="connsiteX371" fmla="*/ 5009948 w 12192000"/>
              <a:gd name="connsiteY371" fmla="*/ 1273619 h 4267200"/>
              <a:gd name="connsiteX372" fmla="*/ 655236 w 12192000"/>
              <a:gd name="connsiteY372" fmla="*/ 1268632 h 4267200"/>
              <a:gd name="connsiteX373" fmla="*/ 839521 w 12192000"/>
              <a:gd name="connsiteY373" fmla="*/ 1685315 h 4267200"/>
              <a:gd name="connsiteX374" fmla="*/ 1109416 w 12192000"/>
              <a:gd name="connsiteY374" fmla="*/ 2061663 h 4267200"/>
              <a:gd name="connsiteX375" fmla="*/ 1298300 w 12192000"/>
              <a:gd name="connsiteY375" fmla="*/ 2247742 h 4267200"/>
              <a:gd name="connsiteX376" fmla="*/ 1125871 w 12192000"/>
              <a:gd name="connsiteY376" fmla="*/ 1989513 h 4267200"/>
              <a:gd name="connsiteX377" fmla="*/ 981574 w 12192000"/>
              <a:gd name="connsiteY377" fmla="*/ 1783157 h 4267200"/>
              <a:gd name="connsiteX378" fmla="*/ 922198 w 12192000"/>
              <a:gd name="connsiteY378" fmla="*/ 1677437 h 4267200"/>
              <a:gd name="connsiteX379" fmla="*/ 869293 w 12192000"/>
              <a:gd name="connsiteY379" fmla="*/ 1583214 h 4267200"/>
              <a:gd name="connsiteX380" fmla="*/ 751431 w 12192000"/>
              <a:gd name="connsiteY380" fmla="*/ 1405731 h 4267200"/>
              <a:gd name="connsiteX381" fmla="*/ 6516292 w 12192000"/>
              <a:gd name="connsiteY381" fmla="*/ 1263064 h 4267200"/>
              <a:gd name="connsiteX382" fmla="*/ 5736320 w 12192000"/>
              <a:gd name="connsiteY382" fmla="*/ 1501803 h 4267200"/>
              <a:gd name="connsiteX383" fmla="*/ 6516292 w 12192000"/>
              <a:gd name="connsiteY383" fmla="*/ 1263064 h 4267200"/>
              <a:gd name="connsiteX384" fmla="*/ 291466 w 12192000"/>
              <a:gd name="connsiteY384" fmla="*/ 1250369 h 4267200"/>
              <a:gd name="connsiteX385" fmla="*/ 323180 w 12192000"/>
              <a:gd name="connsiteY385" fmla="*/ 1435283 h 4267200"/>
              <a:gd name="connsiteX386" fmla="*/ 349381 w 12192000"/>
              <a:gd name="connsiteY386" fmla="*/ 1875041 h 4267200"/>
              <a:gd name="connsiteX387" fmla="*/ 374363 w 12192000"/>
              <a:gd name="connsiteY387" fmla="*/ 1506494 h 4267200"/>
              <a:gd name="connsiteX388" fmla="*/ 302168 w 12192000"/>
              <a:gd name="connsiteY388" fmla="*/ 1274495 h 4267200"/>
              <a:gd name="connsiteX389" fmla="*/ 291466 w 12192000"/>
              <a:gd name="connsiteY389" fmla="*/ 1250369 h 4267200"/>
              <a:gd name="connsiteX390" fmla="*/ 678222 w 12192000"/>
              <a:gd name="connsiteY390" fmla="*/ 1248670 h 4267200"/>
              <a:gd name="connsiteX391" fmla="*/ 775536 w 12192000"/>
              <a:gd name="connsiteY391" fmla="*/ 1388015 h 4267200"/>
              <a:gd name="connsiteX392" fmla="*/ 894529 w 12192000"/>
              <a:gd name="connsiteY392" fmla="*/ 1567739 h 4267200"/>
              <a:gd name="connsiteX393" fmla="*/ 948000 w 12192000"/>
              <a:gd name="connsiteY393" fmla="*/ 1663088 h 4267200"/>
              <a:gd name="connsiteX394" fmla="*/ 1006812 w 12192000"/>
              <a:gd name="connsiteY394" fmla="*/ 1767683 h 4267200"/>
              <a:gd name="connsiteX395" fmla="*/ 1149133 w 12192000"/>
              <a:gd name="connsiteY395" fmla="*/ 1971513 h 4267200"/>
              <a:gd name="connsiteX396" fmla="*/ 1333952 w 12192000"/>
              <a:gd name="connsiteY396" fmla="*/ 2251620 h 4267200"/>
              <a:gd name="connsiteX397" fmla="*/ 1337329 w 12192000"/>
              <a:gd name="connsiteY397" fmla="*/ 2258350 h 4267200"/>
              <a:gd name="connsiteX398" fmla="*/ 1014726 w 12192000"/>
              <a:gd name="connsiteY398" fmla="*/ 1615556 h 4267200"/>
              <a:gd name="connsiteX399" fmla="*/ 678222 w 12192000"/>
              <a:gd name="connsiteY399" fmla="*/ 1248670 h 4267200"/>
              <a:gd name="connsiteX400" fmla="*/ 9441752 w 12192000"/>
              <a:gd name="connsiteY400" fmla="*/ 1245311 h 4267200"/>
              <a:gd name="connsiteX401" fmla="*/ 9278979 w 12192000"/>
              <a:gd name="connsiteY401" fmla="*/ 1406236 h 4267200"/>
              <a:gd name="connsiteX402" fmla="*/ 9235540 w 12192000"/>
              <a:gd name="connsiteY402" fmla="*/ 1546869 h 4267200"/>
              <a:gd name="connsiteX403" fmla="*/ 9264074 w 12192000"/>
              <a:gd name="connsiteY403" fmla="*/ 1557016 h 4267200"/>
              <a:gd name="connsiteX404" fmla="*/ 9441752 w 12192000"/>
              <a:gd name="connsiteY404" fmla="*/ 1245311 h 4267200"/>
              <a:gd name="connsiteX405" fmla="*/ 6691602 w 12192000"/>
              <a:gd name="connsiteY405" fmla="*/ 1140573 h 4267200"/>
              <a:gd name="connsiteX406" fmla="*/ 6571100 w 12192000"/>
              <a:gd name="connsiteY406" fmla="*/ 1183662 h 4267200"/>
              <a:gd name="connsiteX407" fmla="*/ 6241687 w 12192000"/>
              <a:gd name="connsiteY407" fmla="*/ 1257600 h 4267200"/>
              <a:gd name="connsiteX408" fmla="*/ 5693009 w 12192000"/>
              <a:gd name="connsiteY408" fmla="*/ 1478256 h 4267200"/>
              <a:gd name="connsiteX409" fmla="*/ 6548420 w 12192000"/>
              <a:gd name="connsiteY409" fmla="*/ 1214599 h 4267200"/>
              <a:gd name="connsiteX410" fmla="*/ 6605473 w 12192000"/>
              <a:gd name="connsiteY410" fmla="*/ 1184686 h 4267200"/>
              <a:gd name="connsiteX411" fmla="*/ 6691602 w 12192000"/>
              <a:gd name="connsiteY411" fmla="*/ 1140573 h 4267200"/>
              <a:gd name="connsiteX412" fmla="*/ 4002475 w 12192000"/>
              <a:gd name="connsiteY412" fmla="*/ 1037802 h 4267200"/>
              <a:gd name="connsiteX413" fmla="*/ 4000324 w 12192000"/>
              <a:gd name="connsiteY413" fmla="*/ 1039362 h 4267200"/>
              <a:gd name="connsiteX414" fmla="*/ 4002862 w 12192000"/>
              <a:gd name="connsiteY414" fmla="*/ 1042866 h 4267200"/>
              <a:gd name="connsiteX415" fmla="*/ 4002475 w 12192000"/>
              <a:gd name="connsiteY415" fmla="*/ 1037802 h 4267200"/>
              <a:gd name="connsiteX416" fmla="*/ 506322 w 12192000"/>
              <a:gd name="connsiteY416" fmla="*/ 1020997 h 4267200"/>
              <a:gd name="connsiteX417" fmla="*/ 533068 w 12192000"/>
              <a:gd name="connsiteY417" fmla="*/ 1029409 h 4267200"/>
              <a:gd name="connsiteX418" fmla="*/ 1232525 w 12192000"/>
              <a:gd name="connsiteY418" fmla="*/ 1804675 h 4267200"/>
              <a:gd name="connsiteX419" fmla="*/ 1388858 w 12192000"/>
              <a:gd name="connsiteY419" fmla="*/ 2368011 h 4267200"/>
              <a:gd name="connsiteX420" fmla="*/ 1384098 w 12192000"/>
              <a:gd name="connsiteY420" fmla="*/ 2378125 h 4267200"/>
              <a:gd name="connsiteX421" fmla="*/ 1425393 w 12192000"/>
              <a:gd name="connsiteY421" fmla="*/ 2589124 h 4267200"/>
              <a:gd name="connsiteX422" fmla="*/ 1424001 w 12192000"/>
              <a:gd name="connsiteY422" fmla="*/ 2597541 h 4267200"/>
              <a:gd name="connsiteX423" fmla="*/ 2152729 w 12192000"/>
              <a:gd name="connsiteY423" fmla="*/ 2864487 h 4267200"/>
              <a:gd name="connsiteX424" fmla="*/ 2020609 w 12192000"/>
              <a:gd name="connsiteY424" fmla="*/ 2539671 h 4267200"/>
              <a:gd name="connsiteX425" fmla="*/ 2018920 w 12192000"/>
              <a:gd name="connsiteY425" fmla="*/ 2536309 h 4267200"/>
              <a:gd name="connsiteX426" fmla="*/ 1342441 w 12192000"/>
              <a:gd name="connsiteY426" fmla="*/ 1173017 h 4267200"/>
              <a:gd name="connsiteX427" fmla="*/ 1367925 w 12192000"/>
              <a:gd name="connsiteY427" fmla="*/ 1135648 h 4267200"/>
              <a:gd name="connsiteX428" fmla="*/ 1771401 w 12192000"/>
              <a:gd name="connsiteY428" fmla="*/ 1806673 h 4267200"/>
              <a:gd name="connsiteX429" fmla="*/ 1972385 w 12192000"/>
              <a:gd name="connsiteY429" fmla="*/ 2198735 h 4267200"/>
              <a:gd name="connsiteX430" fmla="*/ 2040892 w 12192000"/>
              <a:gd name="connsiteY430" fmla="*/ 2405205 h 4267200"/>
              <a:gd name="connsiteX431" fmla="*/ 2131689 w 12192000"/>
              <a:gd name="connsiteY431" fmla="*/ 1936926 h 4267200"/>
              <a:gd name="connsiteX432" fmla="*/ 2454820 w 12192000"/>
              <a:gd name="connsiteY432" fmla="*/ 1248808 h 4267200"/>
              <a:gd name="connsiteX433" fmla="*/ 2492512 w 12192000"/>
              <a:gd name="connsiteY433" fmla="*/ 1302920 h 4267200"/>
              <a:gd name="connsiteX434" fmla="*/ 2081216 w 12192000"/>
              <a:gd name="connsiteY434" fmla="*/ 2527513 h 4267200"/>
              <a:gd name="connsiteX435" fmla="*/ 2081211 w 12192000"/>
              <a:gd name="connsiteY435" fmla="*/ 2528916 h 4267200"/>
              <a:gd name="connsiteX436" fmla="*/ 2199067 w 12192000"/>
              <a:gd name="connsiteY436" fmla="*/ 2884061 h 4267200"/>
              <a:gd name="connsiteX437" fmla="*/ 3192586 w 12192000"/>
              <a:gd name="connsiteY437" fmla="*/ 3411496 h 4267200"/>
              <a:gd name="connsiteX438" fmla="*/ 3182620 w 12192000"/>
              <a:gd name="connsiteY438" fmla="*/ 3483279 h 4267200"/>
              <a:gd name="connsiteX439" fmla="*/ 2435119 w 12192000"/>
              <a:gd name="connsiteY439" fmla="*/ 3080173 h 4267200"/>
              <a:gd name="connsiteX440" fmla="*/ 2410152 w 12192000"/>
              <a:gd name="connsiteY440" fmla="*/ 3063751 h 4267200"/>
              <a:gd name="connsiteX441" fmla="*/ 2408099 w 12192000"/>
              <a:gd name="connsiteY441" fmla="*/ 3064403 h 4267200"/>
              <a:gd name="connsiteX442" fmla="*/ 2407218 w 12192000"/>
              <a:gd name="connsiteY442" fmla="*/ 3070324 h 4267200"/>
              <a:gd name="connsiteX443" fmla="*/ 2380138 w 12192000"/>
              <a:gd name="connsiteY443" fmla="*/ 3099341 h 4267200"/>
              <a:gd name="connsiteX444" fmla="*/ 1765923 w 12192000"/>
              <a:gd name="connsiteY444" fmla="*/ 3581043 h 4267200"/>
              <a:gd name="connsiteX445" fmla="*/ 1702258 w 12192000"/>
              <a:gd name="connsiteY445" fmla="*/ 3612286 h 4267200"/>
              <a:gd name="connsiteX446" fmla="*/ 1538370 w 12192000"/>
              <a:gd name="connsiteY446" fmla="*/ 3811804 h 4267200"/>
              <a:gd name="connsiteX447" fmla="*/ 1325720 w 12192000"/>
              <a:gd name="connsiteY447" fmla="*/ 4125411 h 4267200"/>
              <a:gd name="connsiteX448" fmla="*/ 1206279 w 12192000"/>
              <a:gd name="connsiteY448" fmla="*/ 4267200 h 4267200"/>
              <a:gd name="connsiteX449" fmla="*/ 1115040 w 12192000"/>
              <a:gd name="connsiteY449" fmla="*/ 4267200 h 4267200"/>
              <a:gd name="connsiteX450" fmla="*/ 1258195 w 12192000"/>
              <a:gd name="connsiteY450" fmla="*/ 4099624 h 4267200"/>
              <a:gd name="connsiteX451" fmla="*/ 1423113 w 12192000"/>
              <a:gd name="connsiteY451" fmla="*/ 3874565 h 4267200"/>
              <a:gd name="connsiteX452" fmla="*/ 1260565 w 12192000"/>
              <a:gd name="connsiteY452" fmla="*/ 4031982 h 4267200"/>
              <a:gd name="connsiteX453" fmla="*/ 1073327 w 12192000"/>
              <a:gd name="connsiteY453" fmla="*/ 4218727 h 4267200"/>
              <a:gd name="connsiteX454" fmla="*/ 1032294 w 12192000"/>
              <a:gd name="connsiteY454" fmla="*/ 4267200 h 4267200"/>
              <a:gd name="connsiteX455" fmla="*/ 993830 w 12192000"/>
              <a:gd name="connsiteY455" fmla="*/ 4267200 h 4267200"/>
              <a:gd name="connsiteX456" fmla="*/ 1051860 w 12192000"/>
              <a:gd name="connsiteY456" fmla="*/ 4198693 h 4267200"/>
              <a:gd name="connsiteX457" fmla="*/ 1240607 w 12192000"/>
              <a:gd name="connsiteY457" fmla="*/ 4010401 h 4267200"/>
              <a:gd name="connsiteX458" fmla="*/ 1310106 w 12192000"/>
              <a:gd name="connsiteY458" fmla="*/ 3943217 h 4267200"/>
              <a:gd name="connsiteX459" fmla="*/ 952103 w 12192000"/>
              <a:gd name="connsiteY459" fmla="*/ 4265972 h 4267200"/>
              <a:gd name="connsiteX460" fmla="*/ 951207 w 12192000"/>
              <a:gd name="connsiteY460" fmla="*/ 4267200 h 4267200"/>
              <a:gd name="connsiteX461" fmla="*/ 862760 w 12192000"/>
              <a:gd name="connsiteY461" fmla="*/ 4267200 h 4267200"/>
              <a:gd name="connsiteX462" fmla="*/ 909145 w 12192000"/>
              <a:gd name="connsiteY462" fmla="*/ 4199225 h 4267200"/>
              <a:gd name="connsiteX463" fmla="*/ 1214067 w 12192000"/>
              <a:gd name="connsiteY463" fmla="*/ 3908561 h 4267200"/>
              <a:gd name="connsiteX464" fmla="*/ 640967 w 12192000"/>
              <a:gd name="connsiteY464" fmla="*/ 4105601 h 4267200"/>
              <a:gd name="connsiteX465" fmla="*/ 372807 w 12192000"/>
              <a:gd name="connsiteY465" fmla="*/ 4243651 h 4267200"/>
              <a:gd name="connsiteX466" fmla="*/ 332830 w 12192000"/>
              <a:gd name="connsiteY466" fmla="*/ 4267200 h 4267200"/>
              <a:gd name="connsiteX467" fmla="*/ 168301 w 12192000"/>
              <a:gd name="connsiteY467" fmla="*/ 4267200 h 4267200"/>
              <a:gd name="connsiteX468" fmla="*/ 278002 w 12192000"/>
              <a:gd name="connsiteY468" fmla="*/ 4201399 h 4267200"/>
              <a:gd name="connsiteX469" fmla="*/ 527241 w 12192000"/>
              <a:gd name="connsiteY469" fmla="*/ 4065078 h 4267200"/>
              <a:gd name="connsiteX470" fmla="*/ 1510397 w 12192000"/>
              <a:gd name="connsiteY470" fmla="*/ 3684705 h 4267200"/>
              <a:gd name="connsiteX471" fmla="*/ 1146550 w 12192000"/>
              <a:gd name="connsiteY471" fmla="*/ 3802012 h 4267200"/>
              <a:gd name="connsiteX472" fmla="*/ 698834 w 12192000"/>
              <a:gd name="connsiteY472" fmla="*/ 3952272 h 4267200"/>
              <a:gd name="connsiteX473" fmla="*/ 192528 w 12192000"/>
              <a:gd name="connsiteY473" fmla="*/ 4236299 h 4267200"/>
              <a:gd name="connsiteX474" fmla="*/ 148586 w 12192000"/>
              <a:gd name="connsiteY474" fmla="*/ 4267200 h 4267200"/>
              <a:gd name="connsiteX475" fmla="*/ 98116 w 12192000"/>
              <a:gd name="connsiteY475" fmla="*/ 4267200 h 4267200"/>
              <a:gd name="connsiteX476" fmla="*/ 169669 w 12192000"/>
              <a:gd name="connsiteY476" fmla="*/ 4216852 h 4267200"/>
              <a:gd name="connsiteX477" fmla="*/ 687572 w 12192000"/>
              <a:gd name="connsiteY477" fmla="*/ 3925629 h 4267200"/>
              <a:gd name="connsiteX478" fmla="*/ 1138365 w 12192000"/>
              <a:gd name="connsiteY478" fmla="*/ 3774515 h 4267200"/>
              <a:gd name="connsiteX479" fmla="*/ 1505579 w 12192000"/>
              <a:gd name="connsiteY479" fmla="*/ 3655526 h 4267200"/>
              <a:gd name="connsiteX480" fmla="*/ 1313114 w 12192000"/>
              <a:gd name="connsiteY480" fmla="*/ 3655216 h 4267200"/>
              <a:gd name="connsiteX481" fmla="*/ 1109304 w 12192000"/>
              <a:gd name="connsiteY481" fmla="*/ 3669030 h 4267200"/>
              <a:gd name="connsiteX482" fmla="*/ 258951 w 12192000"/>
              <a:gd name="connsiteY482" fmla="*/ 4111994 h 4267200"/>
              <a:gd name="connsiteX483" fmla="*/ 80807 w 12192000"/>
              <a:gd name="connsiteY483" fmla="*/ 4267200 h 4267200"/>
              <a:gd name="connsiteX484" fmla="*/ 0 w 12192000"/>
              <a:gd name="connsiteY484" fmla="*/ 4267200 h 4267200"/>
              <a:gd name="connsiteX485" fmla="*/ 0 w 12192000"/>
              <a:gd name="connsiteY485" fmla="*/ 4233763 h 4267200"/>
              <a:gd name="connsiteX486" fmla="*/ 36881 w 12192000"/>
              <a:gd name="connsiteY486" fmla="*/ 4200118 h 4267200"/>
              <a:gd name="connsiteX487" fmla="*/ 910534 w 12192000"/>
              <a:gd name="connsiteY487" fmla="*/ 3629753 h 4267200"/>
              <a:gd name="connsiteX488" fmla="*/ 1578717 w 12192000"/>
              <a:gd name="connsiteY488" fmla="*/ 3575982 h 4267200"/>
              <a:gd name="connsiteX489" fmla="*/ 2338780 w 12192000"/>
              <a:gd name="connsiteY489" fmla="*/ 3033725 h 4267200"/>
              <a:gd name="connsiteX490" fmla="*/ 1807991 w 12192000"/>
              <a:gd name="connsiteY490" fmla="*/ 2807184 h 4267200"/>
              <a:gd name="connsiteX491" fmla="*/ 1416358 w 12192000"/>
              <a:gd name="connsiteY491" fmla="*/ 3112571 h 4267200"/>
              <a:gd name="connsiteX492" fmla="*/ 939066 w 12192000"/>
              <a:gd name="connsiteY492" fmla="*/ 3378798 h 4267200"/>
              <a:gd name="connsiteX493" fmla="*/ 115099 w 12192000"/>
              <a:gd name="connsiteY493" fmla="*/ 3607650 h 4267200"/>
              <a:gd name="connsiteX494" fmla="*/ 97284 w 12192000"/>
              <a:gd name="connsiteY494" fmla="*/ 3520393 h 4267200"/>
              <a:gd name="connsiteX495" fmla="*/ 922050 w 12192000"/>
              <a:gd name="connsiteY495" fmla="*/ 3074867 h 4267200"/>
              <a:gd name="connsiteX496" fmla="*/ 1405265 w 12192000"/>
              <a:gd name="connsiteY496" fmla="*/ 3016319 h 4267200"/>
              <a:gd name="connsiteX497" fmla="*/ 1407512 w 12192000"/>
              <a:gd name="connsiteY497" fmla="*/ 3018001 h 4267200"/>
              <a:gd name="connsiteX498" fmla="*/ 1726266 w 12192000"/>
              <a:gd name="connsiteY498" fmla="*/ 2777274 h 4267200"/>
              <a:gd name="connsiteX499" fmla="*/ 625390 w 12192000"/>
              <a:gd name="connsiteY499" fmla="*/ 2514541 h 4267200"/>
              <a:gd name="connsiteX500" fmla="*/ 619799 w 12192000"/>
              <a:gd name="connsiteY500" fmla="*/ 2527180 h 4267200"/>
              <a:gd name="connsiteX501" fmla="*/ 310030 w 12192000"/>
              <a:gd name="connsiteY501" fmla="*/ 2771818 h 4267200"/>
              <a:gd name="connsiteX502" fmla="*/ 173877 w 12192000"/>
              <a:gd name="connsiteY502" fmla="*/ 2937056 h 4267200"/>
              <a:gd name="connsiteX503" fmla="*/ 77889 w 12192000"/>
              <a:gd name="connsiteY503" fmla="*/ 3138440 h 4267200"/>
              <a:gd name="connsiteX504" fmla="*/ 0 w 12192000"/>
              <a:gd name="connsiteY504" fmla="*/ 3271395 h 4267200"/>
              <a:gd name="connsiteX505" fmla="*/ 0 w 12192000"/>
              <a:gd name="connsiteY505" fmla="*/ 3153002 h 4267200"/>
              <a:gd name="connsiteX506" fmla="*/ 2386 w 12192000"/>
              <a:gd name="connsiteY506" fmla="*/ 3149203 h 4267200"/>
              <a:gd name="connsiteX507" fmla="*/ 89753 w 12192000"/>
              <a:gd name="connsiteY507" fmla="*/ 2987702 h 4267200"/>
              <a:gd name="connsiteX508" fmla="*/ 76869 w 12192000"/>
              <a:gd name="connsiteY508" fmla="*/ 3005404 h 4267200"/>
              <a:gd name="connsiteX509" fmla="*/ 32049 w 12192000"/>
              <a:gd name="connsiteY509" fmla="*/ 3065814 h 4267200"/>
              <a:gd name="connsiteX510" fmla="*/ 0 w 12192000"/>
              <a:gd name="connsiteY510" fmla="*/ 3108744 h 4267200"/>
              <a:gd name="connsiteX511" fmla="*/ 0 w 12192000"/>
              <a:gd name="connsiteY511" fmla="*/ 3058059 h 4267200"/>
              <a:gd name="connsiteX512" fmla="*/ 7610 w 12192000"/>
              <a:gd name="connsiteY512" fmla="*/ 3047889 h 4267200"/>
              <a:gd name="connsiteX513" fmla="*/ 52419 w 12192000"/>
              <a:gd name="connsiteY513" fmla="*/ 2987479 h 4267200"/>
              <a:gd name="connsiteX514" fmla="*/ 59142 w 12192000"/>
              <a:gd name="connsiteY514" fmla="*/ 2978488 h 4267200"/>
              <a:gd name="connsiteX515" fmla="*/ 0 w 12192000"/>
              <a:gd name="connsiteY515" fmla="*/ 3015334 h 4267200"/>
              <a:gd name="connsiteX516" fmla="*/ 0 w 12192000"/>
              <a:gd name="connsiteY516" fmla="*/ 2914286 h 4267200"/>
              <a:gd name="connsiteX517" fmla="*/ 36383 w 12192000"/>
              <a:gd name="connsiteY517" fmla="*/ 2901128 h 4267200"/>
              <a:gd name="connsiteX518" fmla="*/ 156329 w 12192000"/>
              <a:gd name="connsiteY518" fmla="*/ 2840533 h 4267200"/>
              <a:gd name="connsiteX519" fmla="*/ 358355 w 12192000"/>
              <a:gd name="connsiteY519" fmla="*/ 2620471 h 4267200"/>
              <a:gd name="connsiteX520" fmla="*/ 510577 w 12192000"/>
              <a:gd name="connsiteY520" fmla="*/ 2501244 h 4267200"/>
              <a:gd name="connsiteX521" fmla="*/ 211967 w 12192000"/>
              <a:gd name="connsiteY521" fmla="*/ 2479171 h 4267200"/>
              <a:gd name="connsiteX522" fmla="*/ 0 w 12192000"/>
              <a:gd name="connsiteY522" fmla="*/ 2476398 h 4267200"/>
              <a:gd name="connsiteX523" fmla="*/ 0 w 12192000"/>
              <a:gd name="connsiteY523" fmla="*/ 2389189 h 4267200"/>
              <a:gd name="connsiteX524" fmla="*/ 103062 w 12192000"/>
              <a:gd name="connsiteY524" fmla="*/ 2389518 h 4267200"/>
              <a:gd name="connsiteX525" fmla="*/ 510734 w 12192000"/>
              <a:gd name="connsiteY525" fmla="*/ 2416201 h 4267200"/>
              <a:gd name="connsiteX526" fmla="*/ 279257 w 12192000"/>
              <a:gd name="connsiteY526" fmla="*/ 2092102 h 4267200"/>
              <a:gd name="connsiteX527" fmla="*/ 65265 w 12192000"/>
              <a:gd name="connsiteY527" fmla="*/ 2006049 h 4267200"/>
              <a:gd name="connsiteX528" fmla="*/ 0 w 12192000"/>
              <a:gd name="connsiteY528" fmla="*/ 1982532 h 4267200"/>
              <a:gd name="connsiteX529" fmla="*/ 0 w 12192000"/>
              <a:gd name="connsiteY529" fmla="*/ 1912789 h 4267200"/>
              <a:gd name="connsiteX530" fmla="*/ 97460 w 12192000"/>
              <a:gd name="connsiteY530" fmla="*/ 1953725 h 4267200"/>
              <a:gd name="connsiteX531" fmla="*/ 221272 w 12192000"/>
              <a:gd name="connsiteY531" fmla="*/ 1980766 h 4267200"/>
              <a:gd name="connsiteX532" fmla="*/ 116765 w 12192000"/>
              <a:gd name="connsiteY532" fmla="*/ 1911033 h 4267200"/>
              <a:gd name="connsiteX533" fmla="*/ 16405 w 12192000"/>
              <a:gd name="connsiteY533" fmla="*/ 1803412 h 4267200"/>
              <a:gd name="connsiteX534" fmla="*/ 0 w 12192000"/>
              <a:gd name="connsiteY534" fmla="*/ 1784777 h 4267200"/>
              <a:gd name="connsiteX535" fmla="*/ 0 w 12192000"/>
              <a:gd name="connsiteY535" fmla="*/ 1740082 h 4267200"/>
              <a:gd name="connsiteX536" fmla="*/ 39394 w 12192000"/>
              <a:gd name="connsiteY536" fmla="*/ 1784856 h 4267200"/>
              <a:gd name="connsiteX537" fmla="*/ 135813 w 12192000"/>
              <a:gd name="connsiteY537" fmla="*/ 1888838 h 4267200"/>
              <a:gd name="connsiteX538" fmla="*/ 242575 w 12192000"/>
              <a:gd name="connsiteY538" fmla="*/ 1958841 h 4267200"/>
              <a:gd name="connsiteX539" fmla="*/ 82197 w 12192000"/>
              <a:gd name="connsiteY539" fmla="*/ 1754826 h 4267200"/>
              <a:gd name="connsiteX540" fmla="*/ 0 w 12192000"/>
              <a:gd name="connsiteY540" fmla="*/ 1679650 h 4267200"/>
              <a:gd name="connsiteX541" fmla="*/ 0 w 12192000"/>
              <a:gd name="connsiteY541" fmla="*/ 1602463 h 4267200"/>
              <a:gd name="connsiteX542" fmla="*/ 84689 w 12192000"/>
              <a:gd name="connsiteY542" fmla="*/ 1677442 h 4267200"/>
              <a:gd name="connsiteX543" fmla="*/ 298437 w 12192000"/>
              <a:gd name="connsiteY543" fmla="*/ 1968019 h 4267200"/>
              <a:gd name="connsiteX544" fmla="*/ 227269 w 12192000"/>
              <a:gd name="connsiteY544" fmla="*/ 1114064 h 4267200"/>
              <a:gd name="connsiteX545" fmla="*/ 248003 w 12192000"/>
              <a:gd name="connsiteY545" fmla="*/ 1089613 h 4267200"/>
              <a:gd name="connsiteX546" fmla="*/ 427020 w 12192000"/>
              <a:gd name="connsiteY546" fmla="*/ 1619803 h 4267200"/>
              <a:gd name="connsiteX547" fmla="*/ 340345 w 12192000"/>
              <a:gd name="connsiteY547" fmla="*/ 2027739 h 4267200"/>
              <a:gd name="connsiteX548" fmla="*/ 360865 w 12192000"/>
              <a:gd name="connsiteY548" fmla="*/ 2044827 h 4267200"/>
              <a:gd name="connsiteX549" fmla="*/ 560414 w 12192000"/>
              <a:gd name="connsiteY549" fmla="*/ 2421457 h 4267200"/>
              <a:gd name="connsiteX550" fmla="*/ 1359703 w 12192000"/>
              <a:gd name="connsiteY550" fmla="*/ 2578554 h 4267200"/>
              <a:gd name="connsiteX551" fmla="*/ 1359422 w 12192000"/>
              <a:gd name="connsiteY551" fmla="*/ 2577994 h 4267200"/>
              <a:gd name="connsiteX552" fmla="*/ 828701 w 12192000"/>
              <a:gd name="connsiteY552" fmla="*/ 1839520 h 4267200"/>
              <a:gd name="connsiteX553" fmla="*/ 494427 w 12192000"/>
              <a:gd name="connsiteY553" fmla="*/ 1092333 h 4267200"/>
              <a:gd name="connsiteX554" fmla="*/ 506322 w 12192000"/>
              <a:gd name="connsiteY554" fmla="*/ 1020997 h 4267200"/>
              <a:gd name="connsiteX555" fmla="*/ 4570198 w 12192000"/>
              <a:gd name="connsiteY555" fmla="*/ 978081 h 4267200"/>
              <a:gd name="connsiteX556" fmla="*/ 4523691 w 12192000"/>
              <a:gd name="connsiteY556" fmla="*/ 1127776 h 4267200"/>
              <a:gd name="connsiteX557" fmla="*/ 4509875 w 12192000"/>
              <a:gd name="connsiteY557" fmla="*/ 1167552 h 4267200"/>
              <a:gd name="connsiteX558" fmla="*/ 4478168 w 12192000"/>
              <a:gd name="connsiteY558" fmla="*/ 1260735 h 4267200"/>
              <a:gd name="connsiteX559" fmla="*/ 4409309 w 12192000"/>
              <a:gd name="connsiteY559" fmla="*/ 1666996 h 4267200"/>
              <a:gd name="connsiteX560" fmla="*/ 4370031 w 12192000"/>
              <a:gd name="connsiteY560" fmla="*/ 1955666 h 4267200"/>
              <a:gd name="connsiteX561" fmla="*/ 4570198 w 12192000"/>
              <a:gd name="connsiteY561" fmla="*/ 978081 h 4267200"/>
              <a:gd name="connsiteX562" fmla="*/ 12149131 w 12192000"/>
              <a:gd name="connsiteY562" fmla="*/ 959050 h 4267200"/>
              <a:gd name="connsiteX563" fmla="*/ 12105664 w 12192000"/>
              <a:gd name="connsiteY563" fmla="*/ 1006960 h 4267200"/>
              <a:gd name="connsiteX564" fmla="*/ 11883102 w 12192000"/>
              <a:gd name="connsiteY564" fmla="*/ 1184424 h 4267200"/>
              <a:gd name="connsiteX565" fmla="*/ 11665174 w 12192000"/>
              <a:gd name="connsiteY565" fmla="*/ 1317493 h 4267200"/>
              <a:gd name="connsiteX566" fmla="*/ 11590337 w 12192000"/>
              <a:gd name="connsiteY566" fmla="*/ 1348256 h 4267200"/>
              <a:gd name="connsiteX567" fmla="*/ 11492588 w 12192000"/>
              <a:gd name="connsiteY567" fmla="*/ 1390573 h 4267200"/>
              <a:gd name="connsiteX568" fmla="*/ 11888865 w 12192000"/>
              <a:gd name="connsiteY568" fmla="*/ 1220988 h 4267200"/>
              <a:gd name="connsiteX569" fmla="*/ 12149131 w 12192000"/>
              <a:gd name="connsiteY569" fmla="*/ 959050 h 4267200"/>
              <a:gd name="connsiteX570" fmla="*/ 4557898 w 12192000"/>
              <a:gd name="connsiteY570" fmla="*/ 900011 h 4267200"/>
              <a:gd name="connsiteX571" fmla="*/ 4344840 w 12192000"/>
              <a:gd name="connsiteY571" fmla="*/ 1922038 h 4267200"/>
              <a:gd name="connsiteX572" fmla="*/ 4378710 w 12192000"/>
              <a:gd name="connsiteY572" fmla="*/ 1665516 h 4267200"/>
              <a:gd name="connsiteX573" fmla="*/ 4448798 w 12192000"/>
              <a:gd name="connsiteY573" fmla="*/ 1253024 h 4267200"/>
              <a:gd name="connsiteX574" fmla="*/ 4480315 w 12192000"/>
              <a:gd name="connsiteY574" fmla="*/ 1158454 h 4267200"/>
              <a:gd name="connsiteX575" fmla="*/ 4494133 w 12192000"/>
              <a:gd name="connsiteY575" fmla="*/ 1118676 h 4267200"/>
              <a:gd name="connsiteX576" fmla="*/ 4557898 w 12192000"/>
              <a:gd name="connsiteY576" fmla="*/ 900011 h 4267200"/>
              <a:gd name="connsiteX577" fmla="*/ 5870151 w 12192000"/>
              <a:gd name="connsiteY577" fmla="*/ 898890 h 4267200"/>
              <a:gd name="connsiteX578" fmla="*/ 5861335 w 12192000"/>
              <a:gd name="connsiteY578" fmla="*/ 899177 h 4267200"/>
              <a:gd name="connsiteX579" fmla="*/ 5843702 w 12192000"/>
              <a:gd name="connsiteY579" fmla="*/ 899748 h 4267200"/>
              <a:gd name="connsiteX580" fmla="*/ 5651107 w 12192000"/>
              <a:gd name="connsiteY580" fmla="*/ 920306 h 4267200"/>
              <a:gd name="connsiteX581" fmla="*/ 5459407 w 12192000"/>
              <a:gd name="connsiteY581" fmla="*/ 940975 h 4267200"/>
              <a:gd name="connsiteX582" fmla="*/ 5374846 w 12192000"/>
              <a:gd name="connsiteY582" fmla="*/ 941988 h 4267200"/>
              <a:gd name="connsiteX583" fmla="*/ 5256105 w 12192000"/>
              <a:gd name="connsiteY583" fmla="*/ 945632 h 4267200"/>
              <a:gd name="connsiteX584" fmla="*/ 5107071 w 12192000"/>
              <a:gd name="connsiteY584" fmla="*/ 969720 h 4267200"/>
              <a:gd name="connsiteX585" fmla="*/ 4998681 w 12192000"/>
              <a:gd name="connsiteY585" fmla="*/ 988771 h 4267200"/>
              <a:gd name="connsiteX586" fmla="*/ 5870151 w 12192000"/>
              <a:gd name="connsiteY586" fmla="*/ 898890 h 4267200"/>
              <a:gd name="connsiteX587" fmla="*/ 12190084 w 12192000"/>
              <a:gd name="connsiteY587" fmla="*/ 854709 h 4267200"/>
              <a:gd name="connsiteX588" fmla="*/ 12162947 w 12192000"/>
              <a:gd name="connsiteY588" fmla="*/ 879275 h 4267200"/>
              <a:gd name="connsiteX589" fmla="*/ 11721478 w 12192000"/>
              <a:gd name="connsiteY589" fmla="*/ 1216434 h 4267200"/>
              <a:gd name="connsiteX590" fmla="*/ 11680712 w 12192000"/>
              <a:gd name="connsiteY590" fmla="*/ 1239730 h 4267200"/>
              <a:gd name="connsiteX591" fmla="*/ 11505347 w 12192000"/>
              <a:gd name="connsiteY591" fmla="*/ 1352837 h 4267200"/>
              <a:gd name="connsiteX592" fmla="*/ 11580962 w 12192000"/>
              <a:gd name="connsiteY592" fmla="*/ 1321759 h 4267200"/>
              <a:gd name="connsiteX593" fmla="*/ 11654234 w 12192000"/>
              <a:gd name="connsiteY593" fmla="*/ 1291618 h 4267200"/>
              <a:gd name="connsiteX594" fmla="*/ 11867274 w 12192000"/>
              <a:gd name="connsiteY594" fmla="*/ 1160983 h 4267200"/>
              <a:gd name="connsiteX595" fmla="*/ 12086035 w 12192000"/>
              <a:gd name="connsiteY595" fmla="*/ 986418 h 4267200"/>
              <a:gd name="connsiteX596" fmla="*/ 12190084 w 12192000"/>
              <a:gd name="connsiteY596" fmla="*/ 854709 h 4267200"/>
              <a:gd name="connsiteX597" fmla="*/ 5504425 w 12192000"/>
              <a:gd name="connsiteY597" fmla="*/ 848067 h 4267200"/>
              <a:gd name="connsiteX598" fmla="*/ 4968849 w 12192000"/>
              <a:gd name="connsiteY598" fmla="*/ 962318 h 4267200"/>
              <a:gd name="connsiteX599" fmla="*/ 5104039 w 12192000"/>
              <a:gd name="connsiteY599" fmla="*/ 940634 h 4267200"/>
              <a:gd name="connsiteX600" fmla="*/ 5256311 w 12192000"/>
              <a:gd name="connsiteY600" fmla="*/ 916490 h 4267200"/>
              <a:gd name="connsiteX601" fmla="*/ 5377381 w 12192000"/>
              <a:gd name="connsiteY601" fmla="*/ 912671 h 4267200"/>
              <a:gd name="connsiteX602" fmla="*/ 5460148 w 12192000"/>
              <a:gd name="connsiteY602" fmla="*/ 911442 h 4267200"/>
              <a:gd name="connsiteX603" fmla="*/ 5648971 w 12192000"/>
              <a:gd name="connsiteY603" fmla="*/ 891331 h 4267200"/>
              <a:gd name="connsiteX604" fmla="*/ 5844807 w 12192000"/>
              <a:gd name="connsiteY604" fmla="*/ 870718 h 4267200"/>
              <a:gd name="connsiteX605" fmla="*/ 5862975 w 12192000"/>
              <a:gd name="connsiteY605" fmla="*/ 869756 h 4267200"/>
              <a:gd name="connsiteX606" fmla="*/ 5920887 w 12192000"/>
              <a:gd name="connsiteY606" fmla="*/ 865929 h 4267200"/>
              <a:gd name="connsiteX607" fmla="*/ 5504425 w 12192000"/>
              <a:gd name="connsiteY607" fmla="*/ 848067 h 4267200"/>
              <a:gd name="connsiteX608" fmla="*/ 8924104 w 12192000"/>
              <a:gd name="connsiteY608" fmla="*/ 777000 h 4267200"/>
              <a:gd name="connsiteX609" fmla="*/ 8921999 w 12192000"/>
              <a:gd name="connsiteY609" fmla="*/ 794136 h 4267200"/>
              <a:gd name="connsiteX610" fmla="*/ 8916066 w 12192000"/>
              <a:gd name="connsiteY610" fmla="*/ 843129 h 4267200"/>
              <a:gd name="connsiteX611" fmla="*/ 8909852 w 12192000"/>
              <a:gd name="connsiteY611" fmla="*/ 1005313 h 4267200"/>
              <a:gd name="connsiteX612" fmla="*/ 8936982 w 12192000"/>
              <a:gd name="connsiteY612" fmla="*/ 1614896 h 4267200"/>
              <a:gd name="connsiteX613" fmla="*/ 8939706 w 12192000"/>
              <a:gd name="connsiteY613" fmla="*/ 1632791 h 4267200"/>
              <a:gd name="connsiteX614" fmla="*/ 8946691 w 12192000"/>
              <a:gd name="connsiteY614" fmla="*/ 1680170 h 4267200"/>
              <a:gd name="connsiteX615" fmla="*/ 8947643 w 12192000"/>
              <a:gd name="connsiteY615" fmla="*/ 1649028 h 4267200"/>
              <a:gd name="connsiteX616" fmla="*/ 8931687 w 12192000"/>
              <a:gd name="connsiteY616" fmla="*/ 871628 h 4267200"/>
              <a:gd name="connsiteX617" fmla="*/ 8929804 w 12192000"/>
              <a:gd name="connsiteY617" fmla="*/ 850229 h 4267200"/>
              <a:gd name="connsiteX618" fmla="*/ 8924104 w 12192000"/>
              <a:gd name="connsiteY618" fmla="*/ 777000 h 4267200"/>
              <a:gd name="connsiteX619" fmla="*/ 8951219 w 12192000"/>
              <a:gd name="connsiteY619" fmla="*/ 764662 h 4267200"/>
              <a:gd name="connsiteX620" fmla="*/ 8957270 w 12192000"/>
              <a:gd name="connsiteY620" fmla="*/ 847698 h 4267200"/>
              <a:gd name="connsiteX621" fmla="*/ 8959153 w 12192000"/>
              <a:gd name="connsiteY621" fmla="*/ 869097 h 4267200"/>
              <a:gd name="connsiteX622" fmla="*/ 8976081 w 12192000"/>
              <a:gd name="connsiteY622" fmla="*/ 1619865 h 4267200"/>
              <a:gd name="connsiteX623" fmla="*/ 8951219 w 12192000"/>
              <a:gd name="connsiteY623" fmla="*/ 764662 h 4267200"/>
              <a:gd name="connsiteX624" fmla="*/ 8898081 w 12192000"/>
              <a:gd name="connsiteY624" fmla="*/ 630137 h 4267200"/>
              <a:gd name="connsiteX625" fmla="*/ 8910095 w 12192000"/>
              <a:gd name="connsiteY625" fmla="*/ 1626691 h 4267200"/>
              <a:gd name="connsiteX626" fmla="*/ 8908822 w 12192000"/>
              <a:gd name="connsiteY626" fmla="*/ 1619067 h 4267200"/>
              <a:gd name="connsiteX627" fmla="*/ 8881669 w 12192000"/>
              <a:gd name="connsiteY627" fmla="*/ 1004967 h 4267200"/>
              <a:gd name="connsiteX628" fmla="*/ 8888265 w 12192000"/>
              <a:gd name="connsiteY628" fmla="*/ 840369 h 4267200"/>
              <a:gd name="connsiteX629" fmla="*/ 8894429 w 12192000"/>
              <a:gd name="connsiteY629" fmla="*/ 790831 h 4267200"/>
              <a:gd name="connsiteX630" fmla="*/ 8898081 w 12192000"/>
              <a:gd name="connsiteY630" fmla="*/ 630137 h 4267200"/>
              <a:gd name="connsiteX631" fmla="*/ 11491396 w 12192000"/>
              <a:gd name="connsiteY631" fmla="*/ 623931 h 4267200"/>
              <a:gd name="connsiteX632" fmla="*/ 11413329 w 12192000"/>
              <a:gd name="connsiteY632" fmla="*/ 662344 h 4267200"/>
              <a:gd name="connsiteX633" fmla="*/ 10966547 w 12192000"/>
              <a:gd name="connsiteY633" fmla="*/ 818916 h 4267200"/>
              <a:gd name="connsiteX634" fmla="*/ 10498883 w 12192000"/>
              <a:gd name="connsiteY634" fmla="*/ 1111507 h 4267200"/>
              <a:gd name="connsiteX635" fmla="*/ 10671292 w 12192000"/>
              <a:gd name="connsiteY635" fmla="*/ 1035777 h 4267200"/>
              <a:gd name="connsiteX636" fmla="*/ 10685894 w 12192000"/>
              <a:gd name="connsiteY636" fmla="*/ 1027151 h 4267200"/>
              <a:gd name="connsiteX637" fmla="*/ 11104337 w 12192000"/>
              <a:gd name="connsiteY637" fmla="*/ 817377 h 4267200"/>
              <a:gd name="connsiteX638" fmla="*/ 11491396 w 12192000"/>
              <a:gd name="connsiteY638" fmla="*/ 623931 h 4267200"/>
              <a:gd name="connsiteX639" fmla="*/ 10779304 w 12192000"/>
              <a:gd name="connsiteY639" fmla="*/ 584486 h 4267200"/>
              <a:gd name="connsiteX640" fmla="*/ 10658378 w 12192000"/>
              <a:gd name="connsiteY640" fmla="*/ 772788 h 4267200"/>
              <a:gd name="connsiteX641" fmla="*/ 10475581 w 12192000"/>
              <a:gd name="connsiteY641" fmla="*/ 1070739 h 4267200"/>
              <a:gd name="connsiteX642" fmla="*/ 10735178 w 12192000"/>
              <a:gd name="connsiteY642" fmla="*/ 693281 h 4267200"/>
              <a:gd name="connsiteX643" fmla="*/ 10132488 w 12192000"/>
              <a:gd name="connsiteY643" fmla="*/ 518596 h 4267200"/>
              <a:gd name="connsiteX644" fmla="*/ 9879465 w 12192000"/>
              <a:gd name="connsiteY644" fmla="*/ 567273 h 4267200"/>
              <a:gd name="connsiteX645" fmla="*/ 9364243 w 12192000"/>
              <a:gd name="connsiteY645" fmla="*/ 809468 h 4267200"/>
              <a:gd name="connsiteX646" fmla="*/ 9366655 w 12192000"/>
              <a:gd name="connsiteY646" fmla="*/ 809848 h 4267200"/>
              <a:gd name="connsiteX647" fmla="*/ 9914233 w 12192000"/>
              <a:gd name="connsiteY647" fmla="*/ 596159 h 4267200"/>
              <a:gd name="connsiteX648" fmla="*/ 10264524 w 12192000"/>
              <a:gd name="connsiteY648" fmla="*/ 501747 h 4267200"/>
              <a:gd name="connsiteX649" fmla="*/ 9922837 w 12192000"/>
              <a:gd name="connsiteY649" fmla="*/ 622979 h 4267200"/>
              <a:gd name="connsiteX650" fmla="*/ 9416908 w 12192000"/>
              <a:gd name="connsiteY650" fmla="*/ 818889 h 4267200"/>
              <a:gd name="connsiteX651" fmla="*/ 9418234 w 12192000"/>
              <a:gd name="connsiteY651" fmla="*/ 818810 h 4267200"/>
              <a:gd name="connsiteX652" fmla="*/ 10264524 w 12192000"/>
              <a:gd name="connsiteY652" fmla="*/ 501747 h 4267200"/>
              <a:gd name="connsiteX653" fmla="*/ 10802699 w 12192000"/>
              <a:gd name="connsiteY653" fmla="*/ 488163 h 4267200"/>
              <a:gd name="connsiteX654" fmla="*/ 10618739 w 12192000"/>
              <a:gd name="connsiteY654" fmla="*/ 734118 h 4267200"/>
              <a:gd name="connsiteX655" fmla="*/ 10604580 w 12192000"/>
              <a:gd name="connsiteY655" fmla="*/ 753877 h 4267200"/>
              <a:gd name="connsiteX656" fmla="*/ 10529643 w 12192000"/>
              <a:gd name="connsiteY656" fmla="*/ 867004 h 4267200"/>
              <a:gd name="connsiteX657" fmla="*/ 10462194 w 12192000"/>
              <a:gd name="connsiteY657" fmla="*/ 1035452 h 4267200"/>
              <a:gd name="connsiteX658" fmla="*/ 10635117 w 12192000"/>
              <a:gd name="connsiteY658" fmla="*/ 757788 h 4267200"/>
              <a:gd name="connsiteX659" fmla="*/ 10802699 w 12192000"/>
              <a:gd name="connsiteY659" fmla="*/ 488163 h 4267200"/>
              <a:gd name="connsiteX660" fmla="*/ 10359107 w 12192000"/>
              <a:gd name="connsiteY660" fmla="*/ 485136 h 4267200"/>
              <a:gd name="connsiteX661" fmla="*/ 9515108 w 12192000"/>
              <a:gd name="connsiteY661" fmla="*/ 825701 h 4267200"/>
              <a:gd name="connsiteX662" fmla="*/ 10359107 w 12192000"/>
              <a:gd name="connsiteY662" fmla="*/ 485136 h 4267200"/>
              <a:gd name="connsiteX663" fmla="*/ 11886089 w 12192000"/>
              <a:gd name="connsiteY663" fmla="*/ 483936 h 4267200"/>
              <a:gd name="connsiteX664" fmla="*/ 11622890 w 12192000"/>
              <a:gd name="connsiteY664" fmla="*/ 661575 h 4267200"/>
              <a:gd name="connsiteX665" fmla="*/ 11038640 w 12192000"/>
              <a:gd name="connsiteY665" fmla="*/ 996875 h 4267200"/>
              <a:gd name="connsiteX666" fmla="*/ 10561310 w 12192000"/>
              <a:gd name="connsiteY666" fmla="*/ 1145020 h 4267200"/>
              <a:gd name="connsiteX667" fmla="*/ 10675127 w 12192000"/>
              <a:gd name="connsiteY667" fmla="*/ 1163586 h 4267200"/>
              <a:gd name="connsiteX668" fmla="*/ 11120351 w 12192000"/>
              <a:gd name="connsiteY668" fmla="*/ 990907 h 4267200"/>
              <a:gd name="connsiteX669" fmla="*/ 11648506 w 12192000"/>
              <a:gd name="connsiteY669" fmla="*/ 680145 h 4267200"/>
              <a:gd name="connsiteX670" fmla="*/ 11886089 w 12192000"/>
              <a:gd name="connsiteY670" fmla="*/ 483936 h 4267200"/>
              <a:gd name="connsiteX671" fmla="*/ 3607114 w 12192000"/>
              <a:gd name="connsiteY671" fmla="*/ 467441 h 4267200"/>
              <a:gd name="connsiteX672" fmla="*/ 3296242 w 12192000"/>
              <a:gd name="connsiteY672" fmla="*/ 807991 h 4267200"/>
              <a:gd name="connsiteX673" fmla="*/ 3174674 w 12192000"/>
              <a:gd name="connsiteY673" fmla="*/ 919759 h 4267200"/>
              <a:gd name="connsiteX674" fmla="*/ 3042978 w 12192000"/>
              <a:gd name="connsiteY674" fmla="*/ 1054894 h 4267200"/>
              <a:gd name="connsiteX675" fmla="*/ 2968914 w 12192000"/>
              <a:gd name="connsiteY675" fmla="*/ 1133756 h 4267200"/>
              <a:gd name="connsiteX676" fmla="*/ 3103823 w 12192000"/>
              <a:gd name="connsiteY676" fmla="*/ 1026814 h 4267200"/>
              <a:gd name="connsiteX677" fmla="*/ 3607114 w 12192000"/>
              <a:gd name="connsiteY677" fmla="*/ 467441 h 4267200"/>
              <a:gd name="connsiteX678" fmla="*/ 10784544 w 12192000"/>
              <a:gd name="connsiteY678" fmla="*/ 465669 h 4267200"/>
              <a:gd name="connsiteX679" fmla="*/ 10426419 w 12192000"/>
              <a:gd name="connsiteY679" fmla="*/ 1062158 h 4267200"/>
              <a:gd name="connsiteX680" fmla="*/ 10471732 w 12192000"/>
              <a:gd name="connsiteY680" fmla="*/ 921679 h 4267200"/>
              <a:gd name="connsiteX681" fmla="*/ 10504824 w 12192000"/>
              <a:gd name="connsiteY681" fmla="*/ 852631 h 4267200"/>
              <a:gd name="connsiteX682" fmla="*/ 10582237 w 12192000"/>
              <a:gd name="connsiteY682" fmla="*/ 736692 h 4267200"/>
              <a:gd name="connsiteX683" fmla="*/ 10596401 w 12192000"/>
              <a:gd name="connsiteY683" fmla="*/ 716935 h 4267200"/>
              <a:gd name="connsiteX684" fmla="*/ 10784544 w 12192000"/>
              <a:gd name="connsiteY684" fmla="*/ 465669 h 4267200"/>
              <a:gd name="connsiteX685" fmla="*/ 11916494 w 12192000"/>
              <a:gd name="connsiteY685" fmla="*/ 422768 h 4267200"/>
              <a:gd name="connsiteX686" fmla="*/ 11703185 w 12192000"/>
              <a:gd name="connsiteY686" fmla="*/ 528178 h 4267200"/>
              <a:gd name="connsiteX687" fmla="*/ 11680755 w 12192000"/>
              <a:gd name="connsiteY687" fmla="*/ 543149 h 4267200"/>
              <a:gd name="connsiteX688" fmla="*/ 11116818 w 12192000"/>
              <a:gd name="connsiteY688" fmla="*/ 842623 h 4267200"/>
              <a:gd name="connsiteX689" fmla="*/ 10700164 w 12192000"/>
              <a:gd name="connsiteY689" fmla="*/ 1051220 h 4267200"/>
              <a:gd name="connsiteX690" fmla="*/ 10685570 w 12192000"/>
              <a:gd name="connsiteY690" fmla="*/ 1059849 h 4267200"/>
              <a:gd name="connsiteX691" fmla="*/ 10584288 w 12192000"/>
              <a:gd name="connsiteY691" fmla="*/ 1113543 h 4267200"/>
              <a:gd name="connsiteX692" fmla="*/ 11026698 w 12192000"/>
              <a:gd name="connsiteY692" fmla="*/ 971858 h 4267200"/>
              <a:gd name="connsiteX693" fmla="*/ 11607604 w 12192000"/>
              <a:gd name="connsiteY693" fmla="*/ 638368 h 4267200"/>
              <a:gd name="connsiteX694" fmla="*/ 11919452 w 12192000"/>
              <a:gd name="connsiteY694" fmla="*/ 423380 h 4267200"/>
              <a:gd name="connsiteX695" fmla="*/ 11916494 w 12192000"/>
              <a:gd name="connsiteY695" fmla="*/ 422768 h 4267200"/>
              <a:gd name="connsiteX696" fmla="*/ 8148168 w 12192000"/>
              <a:gd name="connsiteY696" fmla="*/ 416949 h 4267200"/>
              <a:gd name="connsiteX697" fmla="*/ 7862052 w 12192000"/>
              <a:gd name="connsiteY697" fmla="*/ 694330 h 4267200"/>
              <a:gd name="connsiteX698" fmla="*/ 7808002 w 12192000"/>
              <a:gd name="connsiteY698" fmla="*/ 759654 h 4267200"/>
              <a:gd name="connsiteX699" fmla="*/ 8295299 w 12192000"/>
              <a:gd name="connsiteY699" fmla="*/ 416143 h 4267200"/>
              <a:gd name="connsiteX700" fmla="*/ 8309124 w 12192000"/>
              <a:gd name="connsiteY700" fmla="*/ 534021 h 4267200"/>
              <a:gd name="connsiteX701" fmla="*/ 8293154 w 12192000"/>
              <a:gd name="connsiteY701" fmla="*/ 672115 h 4267200"/>
              <a:gd name="connsiteX702" fmla="*/ 8279099 w 12192000"/>
              <a:gd name="connsiteY702" fmla="*/ 769176 h 4267200"/>
              <a:gd name="connsiteX703" fmla="*/ 8309186 w 12192000"/>
              <a:gd name="connsiteY703" fmla="*/ 1060039 h 4267200"/>
              <a:gd name="connsiteX704" fmla="*/ 8410512 w 12192000"/>
              <a:gd name="connsiteY704" fmla="*/ 1511108 h 4267200"/>
              <a:gd name="connsiteX705" fmla="*/ 8351657 w 12192000"/>
              <a:gd name="connsiteY705" fmla="*/ 521768 h 4267200"/>
              <a:gd name="connsiteX706" fmla="*/ 8295299 w 12192000"/>
              <a:gd name="connsiteY706" fmla="*/ 416143 h 4267200"/>
              <a:gd name="connsiteX707" fmla="*/ 8266483 w 12192000"/>
              <a:gd name="connsiteY707" fmla="*/ 414244 h 4267200"/>
              <a:gd name="connsiteX708" fmla="*/ 8343425 w 12192000"/>
              <a:gd name="connsiteY708" fmla="*/ 1357811 h 4267200"/>
              <a:gd name="connsiteX709" fmla="*/ 8282114 w 12192000"/>
              <a:gd name="connsiteY709" fmla="*/ 1064671 h 4267200"/>
              <a:gd name="connsiteX710" fmla="*/ 8251298 w 12192000"/>
              <a:gd name="connsiteY710" fmla="*/ 766414 h 4267200"/>
              <a:gd name="connsiteX711" fmla="*/ 8265729 w 12192000"/>
              <a:gd name="connsiteY711" fmla="*/ 666939 h 4267200"/>
              <a:gd name="connsiteX712" fmla="*/ 8281494 w 12192000"/>
              <a:gd name="connsiteY712" fmla="*/ 533909 h 4267200"/>
              <a:gd name="connsiteX713" fmla="*/ 8266483 w 12192000"/>
              <a:gd name="connsiteY713" fmla="*/ 414244 h 4267200"/>
              <a:gd name="connsiteX714" fmla="*/ 8140802 w 12192000"/>
              <a:gd name="connsiteY714" fmla="*/ 388720 h 4267200"/>
              <a:gd name="connsiteX715" fmla="*/ 7860379 w 12192000"/>
              <a:gd name="connsiteY715" fmla="*/ 596411 h 4267200"/>
              <a:gd name="connsiteX716" fmla="*/ 7737688 w 12192000"/>
              <a:gd name="connsiteY716" fmla="*/ 790400 h 4267200"/>
              <a:gd name="connsiteX717" fmla="*/ 7726885 w 12192000"/>
              <a:gd name="connsiteY717" fmla="*/ 812869 h 4267200"/>
              <a:gd name="connsiteX718" fmla="*/ 7840490 w 12192000"/>
              <a:gd name="connsiteY718" fmla="*/ 676832 h 4267200"/>
              <a:gd name="connsiteX719" fmla="*/ 8140802 w 12192000"/>
              <a:gd name="connsiteY719" fmla="*/ 388720 h 4267200"/>
              <a:gd name="connsiteX720" fmla="*/ 3744487 w 12192000"/>
              <a:gd name="connsiteY720" fmla="*/ 383136 h 4267200"/>
              <a:gd name="connsiteX721" fmla="*/ 3970213 w 12192000"/>
              <a:gd name="connsiteY721" fmla="*/ 995559 h 4267200"/>
              <a:gd name="connsiteX722" fmla="*/ 3744487 w 12192000"/>
              <a:gd name="connsiteY722" fmla="*/ 383136 h 4267200"/>
              <a:gd name="connsiteX723" fmla="*/ 3624562 w 12192000"/>
              <a:gd name="connsiteY723" fmla="*/ 367041 h 4267200"/>
              <a:gd name="connsiteX724" fmla="*/ 3489712 w 12192000"/>
              <a:gd name="connsiteY724" fmla="*/ 485386 h 4267200"/>
              <a:gd name="connsiteX725" fmla="*/ 3182994 w 12192000"/>
              <a:gd name="connsiteY725" fmla="*/ 828265 h 4267200"/>
              <a:gd name="connsiteX726" fmla="*/ 2892114 w 12192000"/>
              <a:gd name="connsiteY726" fmla="*/ 1172635 h 4267200"/>
              <a:gd name="connsiteX727" fmla="*/ 3021459 w 12192000"/>
              <a:gd name="connsiteY727" fmla="*/ 1035385 h 4267200"/>
              <a:gd name="connsiteX728" fmla="*/ 3153873 w 12192000"/>
              <a:gd name="connsiteY728" fmla="*/ 898971 h 4267200"/>
              <a:gd name="connsiteX729" fmla="*/ 3276511 w 12192000"/>
              <a:gd name="connsiteY729" fmla="*/ 786423 h 4267200"/>
              <a:gd name="connsiteX730" fmla="*/ 3584154 w 12192000"/>
              <a:gd name="connsiteY730" fmla="*/ 448218 h 4267200"/>
              <a:gd name="connsiteX731" fmla="*/ 3624562 w 12192000"/>
              <a:gd name="connsiteY731" fmla="*/ 367041 h 4267200"/>
              <a:gd name="connsiteX732" fmla="*/ 3766672 w 12192000"/>
              <a:gd name="connsiteY732" fmla="*/ 359429 h 4267200"/>
              <a:gd name="connsiteX733" fmla="*/ 3996338 w 12192000"/>
              <a:gd name="connsiteY733" fmla="*/ 968237 h 4267200"/>
              <a:gd name="connsiteX734" fmla="*/ 3766672 w 12192000"/>
              <a:gd name="connsiteY734" fmla="*/ 359429 h 4267200"/>
              <a:gd name="connsiteX735" fmla="*/ 5805386 w 12192000"/>
              <a:gd name="connsiteY735" fmla="*/ 239240 h 4267200"/>
              <a:gd name="connsiteX736" fmla="*/ 5736947 w 12192000"/>
              <a:gd name="connsiteY736" fmla="*/ 261367 h 4267200"/>
              <a:gd name="connsiteX737" fmla="*/ 5427012 w 12192000"/>
              <a:gd name="connsiteY737" fmla="*/ 311272 h 4267200"/>
              <a:gd name="connsiteX738" fmla="*/ 5147818 w 12192000"/>
              <a:gd name="connsiteY738" fmla="*/ 322112 h 4267200"/>
              <a:gd name="connsiteX739" fmla="*/ 5060854 w 12192000"/>
              <a:gd name="connsiteY739" fmla="*/ 311882 h 4267200"/>
              <a:gd name="connsiteX740" fmla="*/ 4945989 w 12192000"/>
              <a:gd name="connsiteY740" fmla="*/ 300516 h 4267200"/>
              <a:gd name="connsiteX741" fmla="*/ 5410479 w 12192000"/>
              <a:gd name="connsiteY741" fmla="*/ 348434 h 4267200"/>
              <a:gd name="connsiteX742" fmla="*/ 5805386 w 12192000"/>
              <a:gd name="connsiteY742" fmla="*/ 239240 h 4267200"/>
              <a:gd name="connsiteX743" fmla="*/ 5905192 w 12192000"/>
              <a:gd name="connsiteY743" fmla="*/ 163079 h 4267200"/>
              <a:gd name="connsiteX744" fmla="*/ 5865655 w 12192000"/>
              <a:gd name="connsiteY744" fmla="*/ 171901 h 4267200"/>
              <a:gd name="connsiteX745" fmla="*/ 5259740 w 12192000"/>
              <a:gd name="connsiteY745" fmla="*/ 257013 h 4267200"/>
              <a:gd name="connsiteX746" fmla="*/ 5208466 w 12192000"/>
              <a:gd name="connsiteY746" fmla="*/ 257550 h 4267200"/>
              <a:gd name="connsiteX747" fmla="*/ 4980204 w 12192000"/>
              <a:gd name="connsiteY747" fmla="*/ 271903 h 4267200"/>
              <a:gd name="connsiteX748" fmla="*/ 5068068 w 12192000"/>
              <a:gd name="connsiteY748" fmla="*/ 282244 h 4267200"/>
              <a:gd name="connsiteX749" fmla="*/ 5153231 w 12192000"/>
              <a:gd name="connsiteY749" fmla="*/ 292240 h 4267200"/>
              <a:gd name="connsiteX750" fmla="*/ 5426491 w 12192000"/>
              <a:gd name="connsiteY750" fmla="*/ 281128 h 4267200"/>
              <a:gd name="connsiteX751" fmla="*/ 5731212 w 12192000"/>
              <a:gd name="connsiteY751" fmla="*/ 231951 h 4267200"/>
              <a:gd name="connsiteX752" fmla="*/ 5905192 w 12192000"/>
              <a:gd name="connsiteY752" fmla="*/ 163079 h 4267200"/>
              <a:gd name="connsiteX753" fmla="*/ 5944437 w 12192000"/>
              <a:gd name="connsiteY753" fmla="*/ 113829 h 4267200"/>
              <a:gd name="connsiteX754" fmla="*/ 5825032 w 12192000"/>
              <a:gd name="connsiteY754" fmla="*/ 146405 h 4267200"/>
              <a:gd name="connsiteX755" fmla="*/ 4955599 w 12192000"/>
              <a:gd name="connsiteY755" fmla="*/ 247008 h 4267200"/>
              <a:gd name="connsiteX756" fmla="*/ 5210104 w 12192000"/>
              <a:gd name="connsiteY756" fmla="*/ 228123 h 4267200"/>
              <a:gd name="connsiteX757" fmla="*/ 5261015 w 12192000"/>
              <a:gd name="connsiteY757" fmla="*/ 227087 h 4267200"/>
              <a:gd name="connsiteX758" fmla="*/ 5861181 w 12192000"/>
              <a:gd name="connsiteY758" fmla="*/ 143093 h 4267200"/>
              <a:gd name="connsiteX759" fmla="*/ 5961252 w 12192000"/>
              <a:gd name="connsiteY759" fmla="*/ 114820 h 4267200"/>
              <a:gd name="connsiteX760" fmla="*/ 5944437 w 12192000"/>
              <a:gd name="connsiteY760" fmla="*/ 113829 h 4267200"/>
              <a:gd name="connsiteX761" fmla="*/ 9095810 w 12192000"/>
              <a:gd name="connsiteY761" fmla="*/ 0 h 4267200"/>
              <a:gd name="connsiteX762" fmla="*/ 9215999 w 12192000"/>
              <a:gd name="connsiteY762" fmla="*/ 0 h 4267200"/>
              <a:gd name="connsiteX763" fmla="*/ 9250991 w 12192000"/>
              <a:gd name="connsiteY763" fmla="*/ 17650 h 4267200"/>
              <a:gd name="connsiteX764" fmla="*/ 9551793 w 12192000"/>
              <a:gd name="connsiteY764" fmla="*/ 69947 h 4267200"/>
              <a:gd name="connsiteX765" fmla="*/ 10211701 w 12192000"/>
              <a:gd name="connsiteY765" fmla="*/ 15192 h 4267200"/>
              <a:gd name="connsiteX766" fmla="*/ 9665014 w 12192000"/>
              <a:gd name="connsiteY766" fmla="*/ 41266 h 4267200"/>
              <a:gd name="connsiteX767" fmla="*/ 9382567 w 12192000"/>
              <a:gd name="connsiteY767" fmla="*/ 18583 h 4267200"/>
              <a:gd name="connsiteX768" fmla="*/ 9283159 w 12192000"/>
              <a:gd name="connsiteY768" fmla="*/ 0 h 4267200"/>
              <a:gd name="connsiteX769" fmla="*/ 9469266 w 12192000"/>
              <a:gd name="connsiteY769" fmla="*/ 0 h 4267200"/>
              <a:gd name="connsiteX770" fmla="*/ 9504117 w 12192000"/>
              <a:gd name="connsiteY770" fmla="*/ 4274 h 4267200"/>
              <a:gd name="connsiteX771" fmla="*/ 9667223 w 12192000"/>
              <a:gd name="connsiteY771" fmla="*/ 13232 h 4267200"/>
              <a:gd name="connsiteX772" fmla="*/ 9887703 w 12192000"/>
              <a:gd name="connsiteY772" fmla="*/ 12601 h 4267200"/>
              <a:gd name="connsiteX773" fmla="*/ 10088930 w 12192000"/>
              <a:gd name="connsiteY773" fmla="*/ 0 h 4267200"/>
              <a:gd name="connsiteX774" fmla="*/ 10544171 w 12192000"/>
              <a:gd name="connsiteY774" fmla="*/ 0 h 4267200"/>
              <a:gd name="connsiteX775" fmla="*/ 10392396 w 12192000"/>
              <a:gd name="connsiteY775" fmla="*/ 36772 h 4267200"/>
              <a:gd name="connsiteX776" fmla="*/ 9413803 w 12192000"/>
              <a:gd name="connsiteY776" fmla="*/ 131277 h 4267200"/>
              <a:gd name="connsiteX777" fmla="*/ 9174626 w 12192000"/>
              <a:gd name="connsiteY777" fmla="*/ 44983 h 4267200"/>
              <a:gd name="connsiteX778" fmla="*/ 8474998 w 12192000"/>
              <a:gd name="connsiteY778" fmla="*/ 0 h 4267200"/>
              <a:gd name="connsiteX779" fmla="*/ 8573502 w 12192000"/>
              <a:gd name="connsiteY779" fmla="*/ 0 h 4267200"/>
              <a:gd name="connsiteX780" fmla="*/ 8659539 w 12192000"/>
              <a:gd name="connsiteY780" fmla="*/ 117664 h 4267200"/>
              <a:gd name="connsiteX781" fmla="*/ 9248507 w 12192000"/>
              <a:gd name="connsiteY781" fmla="*/ 743734 h 4267200"/>
              <a:gd name="connsiteX782" fmla="*/ 9309457 w 12192000"/>
              <a:gd name="connsiteY782" fmla="*/ 795932 h 4267200"/>
              <a:gd name="connsiteX783" fmla="*/ 9785496 w 12192000"/>
              <a:gd name="connsiteY783" fmla="*/ 530713 h 4267200"/>
              <a:gd name="connsiteX784" fmla="*/ 10482828 w 12192000"/>
              <a:gd name="connsiteY784" fmla="*/ 399738 h 4267200"/>
              <a:gd name="connsiteX785" fmla="*/ 10468382 w 12192000"/>
              <a:gd name="connsiteY785" fmla="*/ 461219 h 4267200"/>
              <a:gd name="connsiteX786" fmla="*/ 9430790 w 12192000"/>
              <a:gd name="connsiteY786" fmla="*/ 895589 h 4267200"/>
              <a:gd name="connsiteX787" fmla="*/ 10019780 w 12192000"/>
              <a:gd name="connsiteY787" fmla="*/ 1298815 h 4267200"/>
              <a:gd name="connsiteX788" fmla="*/ 10372218 w 12192000"/>
              <a:gd name="connsiteY788" fmla="*/ 1146081 h 4267200"/>
              <a:gd name="connsiteX789" fmla="*/ 10896429 w 12192000"/>
              <a:gd name="connsiteY789" fmla="*/ 310883 h 4267200"/>
              <a:gd name="connsiteX790" fmla="*/ 10919735 w 12192000"/>
              <a:gd name="connsiteY790" fmla="*/ 318176 h 4267200"/>
              <a:gd name="connsiteX791" fmla="*/ 10637064 w 12192000"/>
              <a:gd name="connsiteY791" fmla="*/ 935661 h 4267200"/>
              <a:gd name="connsiteX792" fmla="*/ 10516995 w 12192000"/>
              <a:gd name="connsiteY792" fmla="*/ 1070245 h 4267200"/>
              <a:gd name="connsiteX793" fmla="*/ 10868835 w 12192000"/>
              <a:gd name="connsiteY793" fmla="*/ 815534 h 4267200"/>
              <a:gd name="connsiteX794" fmla="*/ 11704547 w 12192000"/>
              <a:gd name="connsiteY794" fmla="*/ 465665 h 4267200"/>
              <a:gd name="connsiteX795" fmla="*/ 12033562 w 12192000"/>
              <a:gd name="connsiteY795" fmla="*/ 350012 h 4267200"/>
              <a:gd name="connsiteX796" fmla="*/ 12025537 w 12192000"/>
              <a:gd name="connsiteY796" fmla="*/ 382666 h 4267200"/>
              <a:gd name="connsiteX797" fmla="*/ 11088649 w 12192000"/>
              <a:gd name="connsiteY797" fmla="*/ 1056676 h 4267200"/>
              <a:gd name="connsiteX798" fmla="*/ 10561600 w 12192000"/>
              <a:gd name="connsiteY798" fmla="*/ 1229477 h 4267200"/>
              <a:gd name="connsiteX799" fmla="*/ 10280797 w 12192000"/>
              <a:gd name="connsiteY799" fmla="*/ 1263181 h 4267200"/>
              <a:gd name="connsiteX800" fmla="*/ 10083376 w 12192000"/>
              <a:gd name="connsiteY800" fmla="*/ 1334114 h 4267200"/>
              <a:gd name="connsiteX801" fmla="*/ 10832582 w 12192000"/>
              <a:gd name="connsiteY801" fmla="*/ 1687356 h 4267200"/>
              <a:gd name="connsiteX802" fmla="*/ 10839263 w 12192000"/>
              <a:gd name="connsiteY802" fmla="*/ 1683743 h 4267200"/>
              <a:gd name="connsiteX803" fmla="*/ 11350910 w 12192000"/>
              <a:gd name="connsiteY803" fmla="*/ 1443899 h 4267200"/>
              <a:gd name="connsiteX804" fmla="*/ 11360346 w 12192000"/>
              <a:gd name="connsiteY804" fmla="*/ 1429225 h 4267200"/>
              <a:gd name="connsiteX805" fmla="*/ 12167580 w 12192000"/>
              <a:gd name="connsiteY805" fmla="*/ 789523 h 4267200"/>
              <a:gd name="connsiteX806" fmla="*/ 12192000 w 12192000"/>
              <a:gd name="connsiteY806" fmla="*/ 769876 h 4267200"/>
              <a:gd name="connsiteX807" fmla="*/ 12192000 w 12192000"/>
              <a:gd name="connsiteY807" fmla="*/ 802845 h 4267200"/>
              <a:gd name="connsiteX808" fmla="*/ 12173558 w 12192000"/>
              <a:gd name="connsiteY808" fmla="*/ 821317 h 4267200"/>
              <a:gd name="connsiteX809" fmla="*/ 12117398 w 12192000"/>
              <a:gd name="connsiteY809" fmla="*/ 877374 h 4267200"/>
              <a:gd name="connsiteX810" fmla="*/ 11472926 w 12192000"/>
              <a:gd name="connsiteY810" fmla="*/ 1344259 h 4267200"/>
              <a:gd name="connsiteX811" fmla="*/ 11666978 w 12192000"/>
              <a:gd name="connsiteY811" fmla="*/ 1215889 h 4267200"/>
              <a:gd name="connsiteX812" fmla="*/ 11707200 w 12192000"/>
              <a:gd name="connsiteY812" fmla="*/ 1192361 h 4267200"/>
              <a:gd name="connsiteX813" fmla="*/ 12144637 w 12192000"/>
              <a:gd name="connsiteY813" fmla="*/ 858646 h 4267200"/>
              <a:gd name="connsiteX814" fmla="*/ 12192000 w 12192000"/>
              <a:gd name="connsiteY814" fmla="*/ 810414 h 4267200"/>
              <a:gd name="connsiteX815" fmla="*/ 12192000 w 12192000"/>
              <a:gd name="connsiteY815" fmla="*/ 916439 h 4267200"/>
              <a:gd name="connsiteX816" fmla="*/ 12150630 w 12192000"/>
              <a:gd name="connsiteY816" fmla="*/ 982925 h 4267200"/>
              <a:gd name="connsiteX817" fmla="*/ 11389484 w 12192000"/>
              <a:gd name="connsiteY817" fmla="*/ 1469889 h 4267200"/>
              <a:gd name="connsiteX818" fmla="*/ 10923736 w 12192000"/>
              <a:gd name="connsiteY818" fmla="*/ 1721439 h 4267200"/>
              <a:gd name="connsiteX819" fmla="*/ 11091913 w 12192000"/>
              <a:gd name="connsiteY819" fmla="*/ 1780406 h 4267200"/>
              <a:gd name="connsiteX820" fmla="*/ 11771238 w 12192000"/>
              <a:gd name="connsiteY820" fmla="*/ 1944400 h 4267200"/>
              <a:gd name="connsiteX821" fmla="*/ 11783166 w 12192000"/>
              <a:gd name="connsiteY821" fmla="*/ 1931422 h 4267200"/>
              <a:gd name="connsiteX822" fmla="*/ 12131988 w 12192000"/>
              <a:gd name="connsiteY822" fmla="*/ 1574357 h 4267200"/>
              <a:gd name="connsiteX823" fmla="*/ 12192000 w 12192000"/>
              <a:gd name="connsiteY823" fmla="*/ 1537429 h 4267200"/>
              <a:gd name="connsiteX824" fmla="*/ 12192000 w 12192000"/>
              <a:gd name="connsiteY824" fmla="*/ 1589108 h 4267200"/>
              <a:gd name="connsiteX825" fmla="*/ 12112105 w 12192000"/>
              <a:gd name="connsiteY825" fmla="*/ 1640352 h 4267200"/>
              <a:gd name="connsiteX826" fmla="*/ 11849203 w 12192000"/>
              <a:gd name="connsiteY826" fmla="*/ 1900149 h 4267200"/>
              <a:gd name="connsiteX827" fmla="*/ 11946326 w 12192000"/>
              <a:gd name="connsiteY827" fmla="*/ 1822808 h 4267200"/>
              <a:gd name="connsiteX828" fmla="*/ 12055863 w 12192000"/>
              <a:gd name="connsiteY828" fmla="*/ 1735914 h 4267200"/>
              <a:gd name="connsiteX829" fmla="*/ 12150816 w 12192000"/>
              <a:gd name="connsiteY829" fmla="*/ 1678902 h 4267200"/>
              <a:gd name="connsiteX830" fmla="*/ 12192000 w 12192000"/>
              <a:gd name="connsiteY830" fmla="*/ 1655121 h 4267200"/>
              <a:gd name="connsiteX831" fmla="*/ 12192000 w 12192000"/>
              <a:gd name="connsiteY831" fmla="*/ 1686869 h 4267200"/>
              <a:gd name="connsiteX832" fmla="*/ 12163772 w 12192000"/>
              <a:gd name="connsiteY832" fmla="*/ 1703058 h 4267200"/>
              <a:gd name="connsiteX833" fmla="*/ 12070597 w 12192000"/>
              <a:gd name="connsiteY833" fmla="*/ 1758893 h 4267200"/>
              <a:gd name="connsiteX834" fmla="*/ 11963621 w 12192000"/>
              <a:gd name="connsiteY834" fmla="*/ 1844299 h 4267200"/>
              <a:gd name="connsiteX835" fmla="*/ 11886604 w 12192000"/>
              <a:gd name="connsiteY835" fmla="*/ 1907617 h 4267200"/>
              <a:gd name="connsiteX836" fmla="*/ 12153575 w 12192000"/>
              <a:gd name="connsiteY836" fmla="*/ 1786372 h 4267200"/>
              <a:gd name="connsiteX837" fmla="*/ 12192000 w 12192000"/>
              <a:gd name="connsiteY837" fmla="*/ 1759693 h 4267200"/>
              <a:gd name="connsiteX838" fmla="*/ 12192000 w 12192000"/>
              <a:gd name="connsiteY838" fmla="*/ 1809459 h 4267200"/>
              <a:gd name="connsiteX839" fmla="*/ 12121362 w 12192000"/>
              <a:gd name="connsiteY839" fmla="*/ 1857561 h 4267200"/>
              <a:gd name="connsiteX840" fmla="*/ 11895949 w 12192000"/>
              <a:gd name="connsiteY840" fmla="*/ 1963079 h 4267200"/>
              <a:gd name="connsiteX841" fmla="*/ 12192000 w 12192000"/>
              <a:gd name="connsiteY841" fmla="*/ 1990579 h 4267200"/>
              <a:gd name="connsiteX842" fmla="*/ 12192000 w 12192000"/>
              <a:gd name="connsiteY842" fmla="*/ 2065582 h 4267200"/>
              <a:gd name="connsiteX843" fmla="*/ 12153918 w 12192000"/>
              <a:gd name="connsiteY843" fmla="*/ 2063926 h 4267200"/>
              <a:gd name="connsiteX844" fmla="*/ 12192000 w 12192000"/>
              <a:gd name="connsiteY844" fmla="*/ 2085104 h 4267200"/>
              <a:gd name="connsiteX845" fmla="*/ 12192000 w 12192000"/>
              <a:gd name="connsiteY845" fmla="*/ 2178471 h 4267200"/>
              <a:gd name="connsiteX846" fmla="*/ 12085355 w 12192000"/>
              <a:gd name="connsiteY846" fmla="*/ 2122457 h 4267200"/>
              <a:gd name="connsiteX847" fmla="*/ 12192000 w 12192000"/>
              <a:gd name="connsiteY847" fmla="*/ 2196158 h 4267200"/>
              <a:gd name="connsiteX848" fmla="*/ 12192000 w 12192000"/>
              <a:gd name="connsiteY848" fmla="*/ 2230374 h 4267200"/>
              <a:gd name="connsiteX849" fmla="*/ 12041237 w 12192000"/>
              <a:gd name="connsiteY849" fmla="*/ 2126309 h 4267200"/>
              <a:gd name="connsiteX850" fmla="*/ 12174450 w 12192000"/>
              <a:gd name="connsiteY850" fmla="*/ 2262541 h 4267200"/>
              <a:gd name="connsiteX851" fmla="*/ 12192000 w 12192000"/>
              <a:gd name="connsiteY851" fmla="*/ 2275857 h 4267200"/>
              <a:gd name="connsiteX852" fmla="*/ 12192000 w 12192000"/>
              <a:gd name="connsiteY852" fmla="*/ 2377131 h 4267200"/>
              <a:gd name="connsiteX853" fmla="*/ 12155801 w 12192000"/>
              <a:gd name="connsiteY853" fmla="*/ 2349925 h 4267200"/>
              <a:gd name="connsiteX854" fmla="*/ 11930164 w 12192000"/>
              <a:gd name="connsiteY854" fmla="*/ 2041945 h 4267200"/>
              <a:gd name="connsiteX855" fmla="*/ 11561767 w 12192000"/>
              <a:gd name="connsiteY855" fmla="*/ 1984479 h 4267200"/>
              <a:gd name="connsiteX856" fmla="*/ 11987997 w 12192000"/>
              <a:gd name="connsiteY856" fmla="*/ 3153822 h 4267200"/>
              <a:gd name="connsiteX857" fmla="*/ 11926558 w 12192000"/>
              <a:gd name="connsiteY857" fmla="*/ 3203134 h 4267200"/>
              <a:gd name="connsiteX858" fmla="*/ 11440430 w 12192000"/>
              <a:gd name="connsiteY858" fmla="*/ 1973028 h 4267200"/>
              <a:gd name="connsiteX859" fmla="*/ 11446754 w 12192000"/>
              <a:gd name="connsiteY859" fmla="*/ 1959605 h 4267200"/>
              <a:gd name="connsiteX860" fmla="*/ 11050651 w 12192000"/>
              <a:gd name="connsiteY860" fmla="*/ 1850495 h 4267200"/>
              <a:gd name="connsiteX861" fmla="*/ 10389960 w 12192000"/>
              <a:gd name="connsiteY861" fmla="*/ 1586232 h 4267200"/>
              <a:gd name="connsiteX862" fmla="*/ 10500699 w 12192000"/>
              <a:gd name="connsiteY862" fmla="*/ 1913175 h 4267200"/>
              <a:gd name="connsiteX863" fmla="*/ 10507814 w 12192000"/>
              <a:gd name="connsiteY863" fmla="*/ 1920694 h 4267200"/>
              <a:gd name="connsiteX864" fmla="*/ 10518908 w 12192000"/>
              <a:gd name="connsiteY864" fmla="*/ 1911226 h 4267200"/>
              <a:gd name="connsiteX865" fmla="*/ 11258935 w 12192000"/>
              <a:gd name="connsiteY865" fmla="*/ 2442781 h 4267200"/>
              <a:gd name="connsiteX866" fmla="*/ 11211663 w 12192000"/>
              <a:gd name="connsiteY866" fmla="*/ 2510325 h 4267200"/>
              <a:gd name="connsiteX867" fmla="*/ 10571295 w 12192000"/>
              <a:gd name="connsiteY867" fmla="*/ 2105302 h 4267200"/>
              <a:gd name="connsiteX868" fmla="*/ 10435737 w 12192000"/>
              <a:gd name="connsiteY868" fmla="*/ 2805672 h 4267200"/>
              <a:gd name="connsiteX869" fmla="*/ 10206831 w 12192000"/>
              <a:gd name="connsiteY869" fmla="*/ 3151701 h 4267200"/>
              <a:gd name="connsiteX870" fmla="*/ 10196482 w 12192000"/>
              <a:gd name="connsiteY870" fmla="*/ 3135084 h 4267200"/>
              <a:gd name="connsiteX871" fmla="*/ 10381882 w 12192000"/>
              <a:gd name="connsiteY871" fmla="*/ 2155807 h 4267200"/>
              <a:gd name="connsiteX872" fmla="*/ 10439260 w 12192000"/>
              <a:gd name="connsiteY872" fmla="*/ 1962486 h 4267200"/>
              <a:gd name="connsiteX873" fmla="*/ 10439409 w 12192000"/>
              <a:gd name="connsiteY873" fmla="*/ 1960615 h 4267200"/>
              <a:gd name="connsiteX874" fmla="*/ 10439915 w 12192000"/>
              <a:gd name="connsiteY874" fmla="*/ 1951821 h 4267200"/>
              <a:gd name="connsiteX875" fmla="*/ 10314241 w 12192000"/>
              <a:gd name="connsiteY875" fmla="*/ 1556749 h 4267200"/>
              <a:gd name="connsiteX876" fmla="*/ 10315061 w 12192000"/>
              <a:gd name="connsiteY876" fmla="*/ 1548729 h 4267200"/>
              <a:gd name="connsiteX877" fmla="*/ 9526158 w 12192000"/>
              <a:gd name="connsiteY877" fmla="*/ 1071804 h 4267200"/>
              <a:gd name="connsiteX878" fmla="*/ 9758689 w 12192000"/>
              <a:gd name="connsiteY878" fmla="*/ 1585512 h 4267200"/>
              <a:gd name="connsiteX879" fmla="*/ 9941392 w 12192000"/>
              <a:gd name="connsiteY879" fmla="*/ 2432858 h 4267200"/>
              <a:gd name="connsiteX880" fmla="*/ 9887724 w 12192000"/>
              <a:gd name="connsiteY880" fmla="*/ 2495762 h 4267200"/>
              <a:gd name="connsiteX881" fmla="*/ 9587446 w 12192000"/>
              <a:gd name="connsiteY881" fmla="*/ 1872898 h 4267200"/>
              <a:gd name="connsiteX882" fmla="*/ 9462810 w 12192000"/>
              <a:gd name="connsiteY882" fmla="*/ 1288346 h 4267200"/>
              <a:gd name="connsiteX883" fmla="*/ 9318575 w 12192000"/>
              <a:gd name="connsiteY883" fmla="*/ 1540820 h 4267200"/>
              <a:gd name="connsiteX884" fmla="*/ 9191090 w 12192000"/>
              <a:gd name="connsiteY884" fmla="*/ 1688355 h 4267200"/>
              <a:gd name="connsiteX885" fmla="*/ 9177757 w 12192000"/>
              <a:gd name="connsiteY885" fmla="*/ 1683354 h 4267200"/>
              <a:gd name="connsiteX886" fmla="*/ 9274865 w 12192000"/>
              <a:gd name="connsiteY886" fmla="*/ 1336896 h 4267200"/>
              <a:gd name="connsiteX887" fmla="*/ 9478649 w 12192000"/>
              <a:gd name="connsiteY887" fmla="*/ 1173376 h 4267200"/>
              <a:gd name="connsiteX888" fmla="*/ 9482281 w 12192000"/>
              <a:gd name="connsiteY888" fmla="*/ 1167830 h 4267200"/>
              <a:gd name="connsiteX889" fmla="*/ 9438637 w 12192000"/>
              <a:gd name="connsiteY889" fmla="*/ 1015438 h 4267200"/>
              <a:gd name="connsiteX890" fmla="*/ 9439458 w 12192000"/>
              <a:gd name="connsiteY890" fmla="*/ 1007420 h 4267200"/>
              <a:gd name="connsiteX891" fmla="*/ 9197105 w 12192000"/>
              <a:gd name="connsiteY891" fmla="*/ 808882 h 4267200"/>
              <a:gd name="connsiteX892" fmla="*/ 8973607 w 12192000"/>
              <a:gd name="connsiteY892" fmla="*/ 597733 h 4267200"/>
              <a:gd name="connsiteX893" fmla="*/ 8967512 w 12192000"/>
              <a:gd name="connsiteY893" fmla="*/ 1795211 h 4267200"/>
              <a:gd name="connsiteX894" fmla="*/ 8912526 w 12192000"/>
              <a:gd name="connsiteY894" fmla="*/ 1841464 h 4267200"/>
              <a:gd name="connsiteX895" fmla="*/ 8893391 w 12192000"/>
              <a:gd name="connsiteY895" fmla="*/ 572788 h 4267200"/>
              <a:gd name="connsiteX896" fmla="*/ 8902990 w 12192000"/>
              <a:gd name="connsiteY896" fmla="*/ 560750 h 4267200"/>
              <a:gd name="connsiteX897" fmla="*/ 8919102 w 12192000"/>
              <a:gd name="connsiteY897" fmla="*/ 542471 h 4267200"/>
              <a:gd name="connsiteX898" fmla="*/ 8661728 w 12192000"/>
              <a:gd name="connsiteY898" fmla="*/ 250903 h 4267200"/>
              <a:gd name="connsiteX899" fmla="*/ 8357758 w 12192000"/>
              <a:gd name="connsiteY899" fmla="*/ 0 h 4267200"/>
              <a:gd name="connsiteX900" fmla="*/ 8405492 w 12192000"/>
              <a:gd name="connsiteY900" fmla="*/ 0 h 4267200"/>
              <a:gd name="connsiteX901" fmla="*/ 8392083 w 12192000"/>
              <a:gd name="connsiteY901" fmla="*/ 30495 h 4267200"/>
              <a:gd name="connsiteX902" fmla="*/ 8339888 w 12192000"/>
              <a:gd name="connsiteY902" fmla="*/ 306259 h 4267200"/>
              <a:gd name="connsiteX903" fmla="*/ 8473847 w 12192000"/>
              <a:gd name="connsiteY903" fmla="*/ 727373 h 4267200"/>
              <a:gd name="connsiteX904" fmla="*/ 8454081 w 12192000"/>
              <a:gd name="connsiteY904" fmla="*/ 1611960 h 4267200"/>
              <a:gd name="connsiteX905" fmla="*/ 8396000 w 12192000"/>
              <a:gd name="connsiteY905" fmla="*/ 1663986 h 4267200"/>
              <a:gd name="connsiteX906" fmla="*/ 8238881 w 12192000"/>
              <a:gd name="connsiteY906" fmla="*/ 368438 h 4267200"/>
              <a:gd name="connsiteX907" fmla="*/ 7668140 w 12192000"/>
              <a:gd name="connsiteY907" fmla="*/ 942511 h 4267200"/>
              <a:gd name="connsiteX908" fmla="*/ 7637853 w 12192000"/>
              <a:gd name="connsiteY908" fmla="*/ 942567 h 4267200"/>
              <a:gd name="connsiteX909" fmla="*/ 7909649 w 12192000"/>
              <a:gd name="connsiteY909" fmla="*/ 489150 h 4267200"/>
              <a:gd name="connsiteX910" fmla="*/ 8256182 w 12192000"/>
              <a:gd name="connsiteY910" fmla="*/ 301724 h 4267200"/>
              <a:gd name="connsiteX911" fmla="*/ 8255912 w 12192000"/>
              <a:gd name="connsiteY911" fmla="*/ 276498 h 4267200"/>
              <a:gd name="connsiteX912" fmla="*/ 8315225 w 12192000"/>
              <a:gd name="connsiteY912" fmla="*/ 89075 h 4267200"/>
              <a:gd name="connsiteX913" fmla="*/ 7497388 w 12192000"/>
              <a:gd name="connsiteY913" fmla="*/ 0 h 4267200"/>
              <a:gd name="connsiteX914" fmla="*/ 7560921 w 12192000"/>
              <a:gd name="connsiteY914" fmla="*/ 0 h 4267200"/>
              <a:gd name="connsiteX915" fmla="*/ 7546742 w 12192000"/>
              <a:gd name="connsiteY915" fmla="*/ 68966 h 4267200"/>
              <a:gd name="connsiteX916" fmla="*/ 7488853 w 12192000"/>
              <a:gd name="connsiteY916" fmla="*/ 535687 h 4267200"/>
              <a:gd name="connsiteX917" fmla="*/ 7529509 w 12192000"/>
              <a:gd name="connsiteY917" fmla="*/ 380358 h 4267200"/>
              <a:gd name="connsiteX918" fmla="*/ 7585939 w 12192000"/>
              <a:gd name="connsiteY918" fmla="*/ 184712 h 4267200"/>
              <a:gd name="connsiteX919" fmla="*/ 7621792 w 12192000"/>
              <a:gd name="connsiteY919" fmla="*/ 87864 h 4267200"/>
              <a:gd name="connsiteX920" fmla="*/ 7654204 w 12192000"/>
              <a:gd name="connsiteY920" fmla="*/ 0 h 4267200"/>
              <a:gd name="connsiteX921" fmla="*/ 7683986 w 12192000"/>
              <a:gd name="connsiteY921" fmla="*/ 0 h 4267200"/>
              <a:gd name="connsiteX922" fmla="*/ 7647914 w 12192000"/>
              <a:gd name="connsiteY922" fmla="*/ 97640 h 4267200"/>
              <a:gd name="connsiteX923" fmla="*/ 7612524 w 12192000"/>
              <a:gd name="connsiteY923" fmla="*/ 193392 h 4267200"/>
              <a:gd name="connsiteX924" fmla="*/ 7557013 w 12192000"/>
              <a:gd name="connsiteY924" fmla="*/ 386853 h 4267200"/>
              <a:gd name="connsiteX925" fmla="*/ 7517286 w 12192000"/>
              <a:gd name="connsiteY925" fmla="*/ 539999 h 4267200"/>
              <a:gd name="connsiteX926" fmla="*/ 7704204 w 12192000"/>
              <a:gd name="connsiteY926" fmla="*/ 152292 h 4267200"/>
              <a:gd name="connsiteX927" fmla="*/ 7756975 w 12192000"/>
              <a:gd name="connsiteY927" fmla="*/ 0 h 4267200"/>
              <a:gd name="connsiteX928" fmla="*/ 7837329 w 12192000"/>
              <a:gd name="connsiteY928" fmla="*/ 0 h 4267200"/>
              <a:gd name="connsiteX929" fmla="*/ 7821760 w 12192000"/>
              <a:gd name="connsiteY929" fmla="*/ 65656 h 4267200"/>
              <a:gd name="connsiteX930" fmla="*/ 7488925 w 12192000"/>
              <a:gd name="connsiteY930" fmla="*/ 763628 h 4267200"/>
              <a:gd name="connsiteX931" fmla="*/ 7419999 w 12192000"/>
              <a:gd name="connsiteY931" fmla="*/ 774360 h 4267200"/>
              <a:gd name="connsiteX932" fmla="*/ 7487820 w 12192000"/>
              <a:gd name="connsiteY932" fmla="*/ 37416 h 4267200"/>
              <a:gd name="connsiteX933" fmla="*/ 3882765 w 12192000"/>
              <a:gd name="connsiteY933" fmla="*/ 0 h 4267200"/>
              <a:gd name="connsiteX934" fmla="*/ 3995099 w 12192000"/>
              <a:gd name="connsiteY934" fmla="*/ 0 h 4267200"/>
              <a:gd name="connsiteX935" fmla="*/ 4163818 w 12192000"/>
              <a:gd name="connsiteY935" fmla="*/ 234104 h 4267200"/>
              <a:gd name="connsiteX936" fmla="*/ 4172099 w 12192000"/>
              <a:gd name="connsiteY936" fmla="*/ 234207 h 4267200"/>
              <a:gd name="connsiteX937" fmla="*/ 4784282 w 12192000"/>
              <a:gd name="connsiteY937" fmla="*/ 276561 h 4267200"/>
              <a:gd name="connsiteX938" fmla="*/ 4801687 w 12192000"/>
              <a:gd name="connsiteY938" fmla="*/ 267764 h 4267200"/>
              <a:gd name="connsiteX939" fmla="*/ 6082788 w 12192000"/>
              <a:gd name="connsiteY939" fmla="*/ 64119 h 4267200"/>
              <a:gd name="connsiteX940" fmla="*/ 6099442 w 12192000"/>
              <a:gd name="connsiteY940" fmla="*/ 82568 h 4267200"/>
              <a:gd name="connsiteX941" fmla="*/ 4804137 w 12192000"/>
              <a:gd name="connsiteY941" fmla="*/ 320931 h 4267200"/>
              <a:gd name="connsiteX942" fmla="*/ 4227047 w 12192000"/>
              <a:gd name="connsiteY942" fmla="*/ 313415 h 4267200"/>
              <a:gd name="connsiteX943" fmla="*/ 4346041 w 12192000"/>
              <a:gd name="connsiteY943" fmla="*/ 456086 h 4267200"/>
              <a:gd name="connsiteX944" fmla="*/ 4870967 w 12192000"/>
              <a:gd name="connsiteY944" fmla="*/ 963061 h 4267200"/>
              <a:gd name="connsiteX945" fmla="*/ 4889647 w 12192000"/>
              <a:gd name="connsiteY945" fmla="*/ 957147 h 4267200"/>
              <a:gd name="connsiteX946" fmla="*/ 5422504 w 12192000"/>
              <a:gd name="connsiteY946" fmla="*/ 805191 h 4267200"/>
              <a:gd name="connsiteX947" fmla="*/ 6087656 w 12192000"/>
              <a:gd name="connsiteY947" fmla="*/ 826703 h 4267200"/>
              <a:gd name="connsiteX948" fmla="*/ 6058717 w 12192000"/>
              <a:gd name="connsiteY948" fmla="*/ 865992 h 4267200"/>
              <a:gd name="connsiteX949" fmla="*/ 4974153 w 12192000"/>
              <a:gd name="connsiteY949" fmla="*/ 1045456 h 4267200"/>
              <a:gd name="connsiteX950" fmla="*/ 5627835 w 12192000"/>
              <a:gd name="connsiteY950" fmla="*/ 1472077 h 4267200"/>
              <a:gd name="connsiteX951" fmla="*/ 5629817 w 12192000"/>
              <a:gd name="connsiteY951" fmla="*/ 1471412 h 4267200"/>
              <a:gd name="connsiteX952" fmla="*/ 5634124 w 12192000"/>
              <a:gd name="connsiteY952" fmla="*/ 1470572 h 4267200"/>
              <a:gd name="connsiteX953" fmla="*/ 5755832 w 12192000"/>
              <a:gd name="connsiteY953" fmla="*/ 1383886 h 4267200"/>
              <a:gd name="connsiteX954" fmla="*/ 6014186 w 12192000"/>
              <a:gd name="connsiteY954" fmla="*/ 1279799 h 4267200"/>
              <a:gd name="connsiteX955" fmla="*/ 6901619 w 12192000"/>
              <a:gd name="connsiteY955" fmla="*/ 1047874 h 4267200"/>
              <a:gd name="connsiteX956" fmla="*/ 6931566 w 12192000"/>
              <a:gd name="connsiteY956" fmla="*/ 1062034 h 4267200"/>
              <a:gd name="connsiteX957" fmla="*/ 5790982 w 12192000"/>
              <a:gd name="connsiteY957" fmla="*/ 1561380 h 4267200"/>
              <a:gd name="connsiteX958" fmla="*/ 6188971 w 12192000"/>
              <a:gd name="connsiteY958" fmla="*/ 1755168 h 4267200"/>
              <a:gd name="connsiteX959" fmla="*/ 6202446 w 12192000"/>
              <a:gd name="connsiteY959" fmla="*/ 1752268 h 4267200"/>
              <a:gd name="connsiteX960" fmla="*/ 7179560 w 12192000"/>
              <a:gd name="connsiteY960" fmla="*/ 1467551 h 4267200"/>
              <a:gd name="connsiteX961" fmla="*/ 7158730 w 12192000"/>
              <a:gd name="connsiteY961" fmla="*/ 1507835 h 4267200"/>
              <a:gd name="connsiteX962" fmla="*/ 6326959 w 12192000"/>
              <a:gd name="connsiteY962" fmla="*/ 1817686 h 4267200"/>
              <a:gd name="connsiteX963" fmla="*/ 6537433 w 12192000"/>
              <a:gd name="connsiteY963" fmla="*/ 1907790 h 4267200"/>
              <a:gd name="connsiteX964" fmla="*/ 6550221 w 12192000"/>
              <a:gd name="connsiteY964" fmla="*/ 1910729 h 4267200"/>
              <a:gd name="connsiteX965" fmla="*/ 6964438 w 12192000"/>
              <a:gd name="connsiteY965" fmla="*/ 2209505 h 4267200"/>
              <a:gd name="connsiteX966" fmla="*/ 7367862 w 12192000"/>
              <a:gd name="connsiteY966" fmla="*/ 2806833 h 4267200"/>
              <a:gd name="connsiteX967" fmla="*/ 7364329 w 12192000"/>
              <a:gd name="connsiteY967" fmla="*/ 2826907 h 4267200"/>
              <a:gd name="connsiteX968" fmla="*/ 7290545 w 12192000"/>
              <a:gd name="connsiteY968" fmla="*/ 2850663 h 4267200"/>
              <a:gd name="connsiteX969" fmla="*/ 6472036 w 12192000"/>
              <a:gd name="connsiteY969" fmla="*/ 1959003 h 4267200"/>
              <a:gd name="connsiteX970" fmla="*/ 5792897 w 12192000"/>
              <a:gd name="connsiteY970" fmla="*/ 1647747 h 4267200"/>
              <a:gd name="connsiteX971" fmla="*/ 5842751 w 12192000"/>
              <a:gd name="connsiteY971" fmla="*/ 1816112 h 4267200"/>
              <a:gd name="connsiteX972" fmla="*/ 5847424 w 12192000"/>
              <a:gd name="connsiteY972" fmla="*/ 1815776 h 4267200"/>
              <a:gd name="connsiteX973" fmla="*/ 6399821 w 12192000"/>
              <a:gd name="connsiteY973" fmla="*/ 2344799 h 4267200"/>
              <a:gd name="connsiteX974" fmla="*/ 6323232 w 12192000"/>
              <a:gd name="connsiteY974" fmla="*/ 2389634 h 4267200"/>
              <a:gd name="connsiteX975" fmla="*/ 5942958 w 12192000"/>
              <a:gd name="connsiteY975" fmla="*/ 2077708 h 4267200"/>
              <a:gd name="connsiteX976" fmla="*/ 5921559 w 12192000"/>
              <a:gd name="connsiteY976" fmla="*/ 2378596 h 4267200"/>
              <a:gd name="connsiteX977" fmla="*/ 5817651 w 12192000"/>
              <a:gd name="connsiteY977" fmla="*/ 3023919 h 4267200"/>
              <a:gd name="connsiteX978" fmla="*/ 5729634 w 12192000"/>
              <a:gd name="connsiteY978" fmla="*/ 3051849 h 4267200"/>
              <a:gd name="connsiteX979" fmla="*/ 5611018 w 12192000"/>
              <a:gd name="connsiteY979" fmla="*/ 2316769 h 4267200"/>
              <a:gd name="connsiteX980" fmla="*/ 5687608 w 12192000"/>
              <a:gd name="connsiteY980" fmla="*/ 2039972 h 4267200"/>
              <a:gd name="connsiteX981" fmla="*/ 5657554 w 12192000"/>
              <a:gd name="connsiteY981" fmla="*/ 1576445 h 4267200"/>
              <a:gd name="connsiteX982" fmla="*/ 5150475 w 12192000"/>
              <a:gd name="connsiteY982" fmla="*/ 1274012 h 4267200"/>
              <a:gd name="connsiteX983" fmla="*/ 5349142 w 12192000"/>
              <a:gd name="connsiteY983" fmla="*/ 2204405 h 4267200"/>
              <a:gd name="connsiteX984" fmla="*/ 5262214 w 12192000"/>
              <a:gd name="connsiteY984" fmla="*/ 2233836 h 4267200"/>
              <a:gd name="connsiteX985" fmla="*/ 4981539 w 12192000"/>
              <a:gd name="connsiteY985" fmla="*/ 1542201 h 4267200"/>
              <a:gd name="connsiteX986" fmla="*/ 4958461 w 12192000"/>
              <a:gd name="connsiteY986" fmla="*/ 1136957 h 4267200"/>
              <a:gd name="connsiteX987" fmla="*/ 4655015 w 12192000"/>
              <a:gd name="connsiteY987" fmla="*/ 891426 h 4267200"/>
              <a:gd name="connsiteX988" fmla="*/ 4348002 w 12192000"/>
              <a:gd name="connsiteY988" fmla="*/ 2205895 h 4267200"/>
              <a:gd name="connsiteX989" fmla="*/ 4262250 w 12192000"/>
              <a:gd name="connsiteY989" fmla="*/ 2219972 h 4267200"/>
              <a:gd name="connsiteX990" fmla="*/ 4550611 w 12192000"/>
              <a:gd name="connsiteY990" fmla="*/ 817540 h 4267200"/>
              <a:gd name="connsiteX991" fmla="*/ 4564418 w 12192000"/>
              <a:gd name="connsiteY991" fmla="*/ 808293 h 4267200"/>
              <a:gd name="connsiteX992" fmla="*/ 4266388 w 12192000"/>
              <a:gd name="connsiteY992" fmla="*/ 500083 h 4267200"/>
              <a:gd name="connsiteX993" fmla="*/ 4032842 w 12192000"/>
              <a:gd name="connsiteY993" fmla="*/ 211809 h 4267200"/>
              <a:gd name="connsiteX994" fmla="*/ 3721337 w 12192000"/>
              <a:gd name="connsiteY994" fmla="*/ 0 h 4267200"/>
              <a:gd name="connsiteX995" fmla="*/ 3797544 w 12192000"/>
              <a:gd name="connsiteY995" fmla="*/ 0 h 4267200"/>
              <a:gd name="connsiteX996" fmla="*/ 3775734 w 12192000"/>
              <a:gd name="connsiteY996" fmla="*/ 95131 h 4267200"/>
              <a:gd name="connsiteX997" fmla="*/ 3724807 w 12192000"/>
              <a:gd name="connsiteY997" fmla="*/ 272257 h 4267200"/>
              <a:gd name="connsiteX998" fmla="*/ 3726844 w 12192000"/>
              <a:gd name="connsiteY998" fmla="*/ 282988 h 4267200"/>
              <a:gd name="connsiteX999" fmla="*/ 3742664 w 12192000"/>
              <a:gd name="connsiteY999" fmla="*/ 279918 h 4267200"/>
              <a:gd name="connsiteX1000" fmla="*/ 4103910 w 12192000"/>
              <a:gd name="connsiteY1000" fmla="*/ 1161917 h 4267200"/>
              <a:gd name="connsiteX1001" fmla="*/ 4020269 w 12192000"/>
              <a:gd name="connsiteY1001" fmla="*/ 1200406 h 4267200"/>
              <a:gd name="connsiteX1002" fmla="*/ 3674882 w 12192000"/>
              <a:gd name="connsiteY1002" fmla="*/ 488524 h 4267200"/>
              <a:gd name="connsiteX1003" fmla="*/ 3132682 w 12192000"/>
              <a:gd name="connsiteY1003" fmla="*/ 1072284 h 4267200"/>
              <a:gd name="connsiteX1004" fmla="*/ 2716346 w 12192000"/>
              <a:gd name="connsiteY1004" fmla="*/ 1276376 h 4267200"/>
              <a:gd name="connsiteX1005" fmla="*/ 2716772 w 12192000"/>
              <a:gd name="connsiteY1005" fmla="*/ 1255462 h 4267200"/>
              <a:gd name="connsiteX1006" fmla="*/ 3471096 w 12192000"/>
              <a:gd name="connsiteY1006" fmla="*/ 437072 h 4267200"/>
              <a:gd name="connsiteX1007" fmla="*/ 3639057 w 12192000"/>
              <a:gd name="connsiteY1007" fmla="*/ 286334 h 4267200"/>
              <a:gd name="connsiteX1008" fmla="*/ 3640309 w 12192000"/>
              <a:gd name="connsiteY1008" fmla="*/ 284664 h 4267200"/>
              <a:gd name="connsiteX1009" fmla="*/ 3646022 w 12192000"/>
              <a:gd name="connsiteY1009" fmla="*/ 276711 h 4267200"/>
              <a:gd name="connsiteX1010" fmla="*/ 3707943 w 12192000"/>
              <a:gd name="connsiteY1010" fmla="*/ 65958 h 4267200"/>
              <a:gd name="connsiteX1011" fmla="*/ 2867960 w 12192000"/>
              <a:gd name="connsiteY1011" fmla="*/ 0 h 4267200"/>
              <a:gd name="connsiteX1012" fmla="*/ 2926351 w 12192000"/>
              <a:gd name="connsiteY1012" fmla="*/ 0 h 4267200"/>
              <a:gd name="connsiteX1013" fmla="*/ 2902823 w 12192000"/>
              <a:gd name="connsiteY1013" fmla="*/ 262929 h 4267200"/>
              <a:gd name="connsiteX1014" fmla="*/ 2940663 w 12192000"/>
              <a:gd name="connsiteY1014" fmla="*/ 140884 h 4267200"/>
              <a:gd name="connsiteX1015" fmla="*/ 2947039 w 12192000"/>
              <a:gd name="connsiteY1015" fmla="*/ 122524 h 4267200"/>
              <a:gd name="connsiteX1016" fmla="*/ 2984316 w 12192000"/>
              <a:gd name="connsiteY1016" fmla="*/ 0 h 4267200"/>
              <a:gd name="connsiteX1017" fmla="*/ 3016114 w 12192000"/>
              <a:gd name="connsiteY1017" fmla="*/ 0 h 4267200"/>
              <a:gd name="connsiteX1018" fmla="*/ 2979949 w 12192000"/>
              <a:gd name="connsiteY1018" fmla="*/ 119274 h 4267200"/>
              <a:gd name="connsiteX1019" fmla="*/ 3023879 w 12192000"/>
              <a:gd name="connsiteY1019" fmla="*/ 0 h 4267200"/>
              <a:gd name="connsiteX1020" fmla="*/ 3105400 w 12192000"/>
              <a:gd name="connsiteY1020" fmla="*/ 0 h 4267200"/>
              <a:gd name="connsiteX1021" fmla="*/ 3094669 w 12192000"/>
              <a:gd name="connsiteY1021" fmla="*/ 30308 h 4267200"/>
              <a:gd name="connsiteX1022" fmla="*/ 2901945 w 12192000"/>
              <a:gd name="connsiteY1022" fmla="*/ 466538 h 4267200"/>
              <a:gd name="connsiteX1023" fmla="*/ 2815209 w 12192000"/>
              <a:gd name="connsiteY1023" fmla="*/ 497361 h 4267200"/>
              <a:gd name="connsiteX1024" fmla="*/ 2844845 w 12192000"/>
              <a:gd name="connsiteY1024" fmla="*/ 127638 h 4267200"/>
              <a:gd name="connsiteX1025" fmla="*/ 1057230 w 12192000"/>
              <a:gd name="connsiteY1025" fmla="*/ 0 h 4267200"/>
              <a:gd name="connsiteX1026" fmla="*/ 1111003 w 12192000"/>
              <a:gd name="connsiteY1026" fmla="*/ 0 h 4267200"/>
              <a:gd name="connsiteX1027" fmla="*/ 1125553 w 12192000"/>
              <a:gd name="connsiteY1027" fmla="*/ 52588 h 4267200"/>
              <a:gd name="connsiteX1028" fmla="*/ 1304276 w 12192000"/>
              <a:gd name="connsiteY1028" fmla="*/ 476275 h 4267200"/>
              <a:gd name="connsiteX1029" fmla="*/ 1492066 w 12192000"/>
              <a:gd name="connsiteY1029" fmla="*/ 886333 h 4267200"/>
              <a:gd name="connsiteX1030" fmla="*/ 1423698 w 12192000"/>
              <a:gd name="connsiteY1030" fmla="*/ 710817 h 4267200"/>
              <a:gd name="connsiteX1031" fmla="*/ 1357609 w 12192000"/>
              <a:gd name="connsiteY1031" fmla="*/ 532892 h 4267200"/>
              <a:gd name="connsiteX1032" fmla="*/ 1309550 w 12192000"/>
              <a:gd name="connsiteY1032" fmla="*/ 374031 h 4267200"/>
              <a:gd name="connsiteX1033" fmla="*/ 1193673 w 12192000"/>
              <a:gd name="connsiteY1033" fmla="*/ 49533 h 4267200"/>
              <a:gd name="connsiteX1034" fmla="*/ 1164391 w 12192000"/>
              <a:gd name="connsiteY1034" fmla="*/ 0 h 4267200"/>
              <a:gd name="connsiteX1035" fmla="*/ 1200666 w 12192000"/>
              <a:gd name="connsiteY1035" fmla="*/ 0 h 4267200"/>
              <a:gd name="connsiteX1036" fmla="*/ 1223408 w 12192000"/>
              <a:gd name="connsiteY1036" fmla="*/ 38996 h 4267200"/>
              <a:gd name="connsiteX1037" fmla="*/ 1339635 w 12192000"/>
              <a:gd name="connsiteY1037" fmla="*/ 365517 h 4267200"/>
              <a:gd name="connsiteX1038" fmla="*/ 1387469 w 12192000"/>
              <a:gd name="connsiteY1038" fmla="*/ 523079 h 4267200"/>
              <a:gd name="connsiteX1039" fmla="*/ 1452685 w 12192000"/>
              <a:gd name="connsiteY1039" fmla="*/ 699806 h 4267200"/>
              <a:gd name="connsiteX1040" fmla="*/ 1492092 w 12192000"/>
              <a:gd name="connsiteY1040" fmla="*/ 800424 h 4267200"/>
              <a:gd name="connsiteX1041" fmla="*/ 1455302 w 12192000"/>
              <a:gd name="connsiteY1041" fmla="*/ 632913 h 4267200"/>
              <a:gd name="connsiteX1042" fmla="*/ 1222336 w 12192000"/>
              <a:gd name="connsiteY1042" fmla="*/ 9480 h 4267200"/>
              <a:gd name="connsiteX1043" fmla="*/ 1214634 w 12192000"/>
              <a:gd name="connsiteY1043" fmla="*/ 0 h 4267200"/>
              <a:gd name="connsiteX1044" fmla="*/ 1289827 w 12192000"/>
              <a:gd name="connsiteY1044" fmla="*/ 0 h 4267200"/>
              <a:gd name="connsiteX1045" fmla="*/ 1321076 w 12192000"/>
              <a:gd name="connsiteY1045" fmla="*/ 59722 h 4267200"/>
              <a:gd name="connsiteX1046" fmla="*/ 1512579 w 12192000"/>
              <a:gd name="connsiteY1046" fmla="*/ 626441 h 4267200"/>
              <a:gd name="connsiteX1047" fmla="*/ 1506076 w 12192000"/>
              <a:gd name="connsiteY1047" fmla="*/ 1089289 h 4267200"/>
              <a:gd name="connsiteX1048" fmla="*/ 1486346 w 12192000"/>
              <a:gd name="connsiteY1048" fmla="*/ 1079919 h 4267200"/>
              <a:gd name="connsiteX1049" fmla="*/ 1070511 w 12192000"/>
              <a:gd name="connsiteY1049" fmla="*/ 48609 h 4267200"/>
              <a:gd name="connsiteX1050" fmla="*/ 43151 w 12192000"/>
              <a:gd name="connsiteY1050" fmla="*/ 0 h 4267200"/>
              <a:gd name="connsiteX1051" fmla="*/ 95283 w 12192000"/>
              <a:gd name="connsiteY1051" fmla="*/ 0 h 4267200"/>
              <a:gd name="connsiteX1052" fmla="*/ 300708 w 12192000"/>
              <a:gd name="connsiteY1052" fmla="*/ 154571 h 4267200"/>
              <a:gd name="connsiteX1053" fmla="*/ 530414 w 12192000"/>
              <a:gd name="connsiteY1053" fmla="*/ 354673 h 4267200"/>
              <a:gd name="connsiteX1054" fmla="*/ 333785 w 12192000"/>
              <a:gd name="connsiteY1054" fmla="*/ 161564 h 4267200"/>
              <a:gd name="connsiteX1055" fmla="*/ 147005 w 12192000"/>
              <a:gd name="connsiteY1055" fmla="*/ 0 h 4267200"/>
              <a:gd name="connsiteX1056" fmla="*/ 272509 w 12192000"/>
              <a:gd name="connsiteY1056" fmla="*/ 0 h 4267200"/>
              <a:gd name="connsiteX1057" fmla="*/ 326276 w 12192000"/>
              <a:gd name="connsiteY1057" fmla="*/ 45847 h 4267200"/>
              <a:gd name="connsiteX1058" fmla="*/ 823759 w 12192000"/>
              <a:gd name="connsiteY1058" fmla="*/ 574145 h 4267200"/>
              <a:gd name="connsiteX1059" fmla="*/ 811254 w 12192000"/>
              <a:gd name="connsiteY1059" fmla="*/ 665546 h 4267200"/>
              <a:gd name="connsiteX1060" fmla="*/ 154042 w 12192000"/>
              <a:gd name="connsiteY1060" fmla="*/ 261522 h 4267200"/>
              <a:gd name="connsiteX1061" fmla="*/ 13550 w 12192000"/>
              <a:gd name="connsiteY1061" fmla="*/ 158423 h 4267200"/>
              <a:gd name="connsiteX1062" fmla="*/ 0 w 12192000"/>
              <a:gd name="connsiteY1062" fmla="*/ 146618 h 4267200"/>
              <a:gd name="connsiteX1063" fmla="*/ 0 w 12192000"/>
              <a:gd name="connsiteY1063" fmla="*/ 59161 h 4267200"/>
              <a:gd name="connsiteX1064" fmla="*/ 45427 w 12192000"/>
              <a:gd name="connsiteY1064" fmla="*/ 101078 h 4267200"/>
              <a:gd name="connsiteX1065" fmla="*/ 630103 w 12192000"/>
              <a:gd name="connsiteY1065" fmla="*/ 485885 h 4267200"/>
              <a:gd name="connsiteX1066" fmla="*/ 532040 w 12192000"/>
              <a:gd name="connsiteY1066" fmla="*/ 399359 h 4267200"/>
              <a:gd name="connsiteX1067" fmla="*/ 517618 w 12192000"/>
              <a:gd name="connsiteY1067" fmla="*/ 385726 h 4267200"/>
              <a:gd name="connsiteX1068" fmla="*/ 285074 w 12192000"/>
              <a:gd name="connsiteY1068" fmla="*/ 182755 h 426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  <a:cxn ang="0">
                <a:pos x="connsiteX252" y="connsiteY252"/>
              </a:cxn>
              <a:cxn ang="0">
                <a:pos x="connsiteX253" y="connsiteY253"/>
              </a:cxn>
              <a:cxn ang="0">
                <a:pos x="connsiteX254" y="connsiteY254"/>
              </a:cxn>
              <a:cxn ang="0">
                <a:pos x="connsiteX255" y="connsiteY255"/>
              </a:cxn>
              <a:cxn ang="0">
                <a:pos x="connsiteX256" y="connsiteY256"/>
              </a:cxn>
              <a:cxn ang="0">
                <a:pos x="connsiteX257" y="connsiteY257"/>
              </a:cxn>
              <a:cxn ang="0">
                <a:pos x="connsiteX258" y="connsiteY258"/>
              </a:cxn>
              <a:cxn ang="0">
                <a:pos x="connsiteX259" y="connsiteY259"/>
              </a:cxn>
              <a:cxn ang="0">
                <a:pos x="connsiteX260" y="connsiteY260"/>
              </a:cxn>
              <a:cxn ang="0">
                <a:pos x="connsiteX261" y="connsiteY261"/>
              </a:cxn>
              <a:cxn ang="0">
                <a:pos x="connsiteX262" y="connsiteY262"/>
              </a:cxn>
              <a:cxn ang="0">
                <a:pos x="connsiteX263" y="connsiteY263"/>
              </a:cxn>
              <a:cxn ang="0">
                <a:pos x="connsiteX264" y="connsiteY264"/>
              </a:cxn>
              <a:cxn ang="0">
                <a:pos x="connsiteX265" y="connsiteY265"/>
              </a:cxn>
              <a:cxn ang="0">
                <a:pos x="connsiteX266" y="connsiteY266"/>
              </a:cxn>
              <a:cxn ang="0">
                <a:pos x="connsiteX267" y="connsiteY267"/>
              </a:cxn>
              <a:cxn ang="0">
                <a:pos x="connsiteX268" y="connsiteY268"/>
              </a:cxn>
              <a:cxn ang="0">
                <a:pos x="connsiteX269" y="connsiteY269"/>
              </a:cxn>
              <a:cxn ang="0">
                <a:pos x="connsiteX270" y="connsiteY270"/>
              </a:cxn>
              <a:cxn ang="0">
                <a:pos x="connsiteX271" y="connsiteY271"/>
              </a:cxn>
              <a:cxn ang="0">
                <a:pos x="connsiteX272" y="connsiteY272"/>
              </a:cxn>
              <a:cxn ang="0">
                <a:pos x="connsiteX273" y="connsiteY273"/>
              </a:cxn>
              <a:cxn ang="0">
                <a:pos x="connsiteX274" y="connsiteY274"/>
              </a:cxn>
              <a:cxn ang="0">
                <a:pos x="connsiteX275" y="connsiteY275"/>
              </a:cxn>
              <a:cxn ang="0">
                <a:pos x="connsiteX276" y="connsiteY276"/>
              </a:cxn>
              <a:cxn ang="0">
                <a:pos x="connsiteX277" y="connsiteY277"/>
              </a:cxn>
              <a:cxn ang="0">
                <a:pos x="connsiteX278" y="connsiteY278"/>
              </a:cxn>
              <a:cxn ang="0">
                <a:pos x="connsiteX279" y="connsiteY279"/>
              </a:cxn>
              <a:cxn ang="0">
                <a:pos x="connsiteX280" y="connsiteY280"/>
              </a:cxn>
              <a:cxn ang="0">
                <a:pos x="connsiteX281" y="connsiteY281"/>
              </a:cxn>
              <a:cxn ang="0">
                <a:pos x="connsiteX282" y="connsiteY282"/>
              </a:cxn>
              <a:cxn ang="0">
                <a:pos x="connsiteX283" y="connsiteY283"/>
              </a:cxn>
              <a:cxn ang="0">
                <a:pos x="connsiteX284" y="connsiteY284"/>
              </a:cxn>
              <a:cxn ang="0">
                <a:pos x="connsiteX285" y="connsiteY285"/>
              </a:cxn>
              <a:cxn ang="0">
                <a:pos x="connsiteX286" y="connsiteY286"/>
              </a:cxn>
              <a:cxn ang="0">
                <a:pos x="connsiteX287" y="connsiteY287"/>
              </a:cxn>
              <a:cxn ang="0">
                <a:pos x="connsiteX288" y="connsiteY288"/>
              </a:cxn>
              <a:cxn ang="0">
                <a:pos x="connsiteX289" y="connsiteY289"/>
              </a:cxn>
              <a:cxn ang="0">
                <a:pos x="connsiteX290" y="connsiteY290"/>
              </a:cxn>
              <a:cxn ang="0">
                <a:pos x="connsiteX291" y="connsiteY291"/>
              </a:cxn>
              <a:cxn ang="0">
                <a:pos x="connsiteX292" y="connsiteY292"/>
              </a:cxn>
              <a:cxn ang="0">
                <a:pos x="connsiteX293" y="connsiteY293"/>
              </a:cxn>
              <a:cxn ang="0">
                <a:pos x="connsiteX294" y="connsiteY294"/>
              </a:cxn>
              <a:cxn ang="0">
                <a:pos x="connsiteX295" y="connsiteY295"/>
              </a:cxn>
              <a:cxn ang="0">
                <a:pos x="connsiteX296" y="connsiteY296"/>
              </a:cxn>
              <a:cxn ang="0">
                <a:pos x="connsiteX297" y="connsiteY297"/>
              </a:cxn>
              <a:cxn ang="0">
                <a:pos x="connsiteX298" y="connsiteY298"/>
              </a:cxn>
              <a:cxn ang="0">
                <a:pos x="connsiteX299" y="connsiteY299"/>
              </a:cxn>
              <a:cxn ang="0">
                <a:pos x="connsiteX300" y="connsiteY300"/>
              </a:cxn>
              <a:cxn ang="0">
                <a:pos x="connsiteX301" y="connsiteY301"/>
              </a:cxn>
              <a:cxn ang="0">
                <a:pos x="connsiteX302" y="connsiteY302"/>
              </a:cxn>
              <a:cxn ang="0">
                <a:pos x="connsiteX303" y="connsiteY303"/>
              </a:cxn>
              <a:cxn ang="0">
                <a:pos x="connsiteX304" y="connsiteY304"/>
              </a:cxn>
              <a:cxn ang="0">
                <a:pos x="connsiteX305" y="connsiteY305"/>
              </a:cxn>
              <a:cxn ang="0">
                <a:pos x="connsiteX306" y="connsiteY306"/>
              </a:cxn>
              <a:cxn ang="0">
                <a:pos x="connsiteX307" y="connsiteY307"/>
              </a:cxn>
              <a:cxn ang="0">
                <a:pos x="connsiteX308" y="connsiteY308"/>
              </a:cxn>
              <a:cxn ang="0">
                <a:pos x="connsiteX309" y="connsiteY309"/>
              </a:cxn>
              <a:cxn ang="0">
                <a:pos x="connsiteX310" y="connsiteY310"/>
              </a:cxn>
              <a:cxn ang="0">
                <a:pos x="connsiteX311" y="connsiteY311"/>
              </a:cxn>
              <a:cxn ang="0">
                <a:pos x="connsiteX312" y="connsiteY312"/>
              </a:cxn>
              <a:cxn ang="0">
                <a:pos x="connsiteX313" y="connsiteY313"/>
              </a:cxn>
              <a:cxn ang="0">
                <a:pos x="connsiteX314" y="connsiteY314"/>
              </a:cxn>
              <a:cxn ang="0">
                <a:pos x="connsiteX315" y="connsiteY315"/>
              </a:cxn>
              <a:cxn ang="0">
                <a:pos x="connsiteX316" y="connsiteY316"/>
              </a:cxn>
              <a:cxn ang="0">
                <a:pos x="connsiteX317" y="connsiteY317"/>
              </a:cxn>
              <a:cxn ang="0">
                <a:pos x="connsiteX318" y="connsiteY318"/>
              </a:cxn>
              <a:cxn ang="0">
                <a:pos x="connsiteX319" y="connsiteY319"/>
              </a:cxn>
              <a:cxn ang="0">
                <a:pos x="connsiteX320" y="connsiteY320"/>
              </a:cxn>
              <a:cxn ang="0">
                <a:pos x="connsiteX321" y="connsiteY321"/>
              </a:cxn>
              <a:cxn ang="0">
                <a:pos x="connsiteX322" y="connsiteY322"/>
              </a:cxn>
              <a:cxn ang="0">
                <a:pos x="connsiteX323" y="connsiteY323"/>
              </a:cxn>
              <a:cxn ang="0">
                <a:pos x="connsiteX324" y="connsiteY324"/>
              </a:cxn>
              <a:cxn ang="0">
                <a:pos x="connsiteX325" y="connsiteY325"/>
              </a:cxn>
              <a:cxn ang="0">
                <a:pos x="connsiteX326" y="connsiteY326"/>
              </a:cxn>
              <a:cxn ang="0">
                <a:pos x="connsiteX327" y="connsiteY327"/>
              </a:cxn>
              <a:cxn ang="0">
                <a:pos x="connsiteX328" y="connsiteY328"/>
              </a:cxn>
              <a:cxn ang="0">
                <a:pos x="connsiteX329" y="connsiteY329"/>
              </a:cxn>
              <a:cxn ang="0">
                <a:pos x="connsiteX330" y="connsiteY330"/>
              </a:cxn>
              <a:cxn ang="0">
                <a:pos x="connsiteX331" y="connsiteY331"/>
              </a:cxn>
              <a:cxn ang="0">
                <a:pos x="connsiteX332" y="connsiteY332"/>
              </a:cxn>
              <a:cxn ang="0">
                <a:pos x="connsiteX333" y="connsiteY333"/>
              </a:cxn>
              <a:cxn ang="0">
                <a:pos x="connsiteX334" y="connsiteY334"/>
              </a:cxn>
              <a:cxn ang="0">
                <a:pos x="connsiteX335" y="connsiteY335"/>
              </a:cxn>
              <a:cxn ang="0">
                <a:pos x="connsiteX336" y="connsiteY336"/>
              </a:cxn>
              <a:cxn ang="0">
                <a:pos x="connsiteX337" y="connsiteY337"/>
              </a:cxn>
              <a:cxn ang="0">
                <a:pos x="connsiteX338" y="connsiteY338"/>
              </a:cxn>
              <a:cxn ang="0">
                <a:pos x="connsiteX339" y="connsiteY339"/>
              </a:cxn>
              <a:cxn ang="0">
                <a:pos x="connsiteX340" y="connsiteY340"/>
              </a:cxn>
              <a:cxn ang="0">
                <a:pos x="connsiteX341" y="connsiteY341"/>
              </a:cxn>
              <a:cxn ang="0">
                <a:pos x="connsiteX342" y="connsiteY342"/>
              </a:cxn>
              <a:cxn ang="0">
                <a:pos x="connsiteX343" y="connsiteY343"/>
              </a:cxn>
              <a:cxn ang="0">
                <a:pos x="connsiteX344" y="connsiteY344"/>
              </a:cxn>
              <a:cxn ang="0">
                <a:pos x="connsiteX345" y="connsiteY345"/>
              </a:cxn>
              <a:cxn ang="0">
                <a:pos x="connsiteX346" y="connsiteY346"/>
              </a:cxn>
              <a:cxn ang="0">
                <a:pos x="connsiteX347" y="connsiteY347"/>
              </a:cxn>
              <a:cxn ang="0">
                <a:pos x="connsiteX348" y="connsiteY348"/>
              </a:cxn>
              <a:cxn ang="0">
                <a:pos x="connsiteX349" y="connsiteY349"/>
              </a:cxn>
              <a:cxn ang="0">
                <a:pos x="connsiteX350" y="connsiteY350"/>
              </a:cxn>
              <a:cxn ang="0">
                <a:pos x="connsiteX351" y="connsiteY351"/>
              </a:cxn>
              <a:cxn ang="0">
                <a:pos x="connsiteX352" y="connsiteY352"/>
              </a:cxn>
              <a:cxn ang="0">
                <a:pos x="connsiteX353" y="connsiteY353"/>
              </a:cxn>
              <a:cxn ang="0">
                <a:pos x="connsiteX354" y="connsiteY354"/>
              </a:cxn>
              <a:cxn ang="0">
                <a:pos x="connsiteX355" y="connsiteY355"/>
              </a:cxn>
              <a:cxn ang="0">
                <a:pos x="connsiteX356" y="connsiteY356"/>
              </a:cxn>
              <a:cxn ang="0">
                <a:pos x="connsiteX357" y="connsiteY357"/>
              </a:cxn>
              <a:cxn ang="0">
                <a:pos x="connsiteX358" y="connsiteY358"/>
              </a:cxn>
              <a:cxn ang="0">
                <a:pos x="connsiteX359" y="connsiteY359"/>
              </a:cxn>
              <a:cxn ang="0">
                <a:pos x="connsiteX360" y="connsiteY360"/>
              </a:cxn>
              <a:cxn ang="0">
                <a:pos x="connsiteX361" y="connsiteY361"/>
              </a:cxn>
              <a:cxn ang="0">
                <a:pos x="connsiteX362" y="connsiteY362"/>
              </a:cxn>
              <a:cxn ang="0">
                <a:pos x="connsiteX363" y="connsiteY363"/>
              </a:cxn>
              <a:cxn ang="0">
                <a:pos x="connsiteX364" y="connsiteY364"/>
              </a:cxn>
              <a:cxn ang="0">
                <a:pos x="connsiteX365" y="connsiteY365"/>
              </a:cxn>
              <a:cxn ang="0">
                <a:pos x="connsiteX366" y="connsiteY366"/>
              </a:cxn>
              <a:cxn ang="0">
                <a:pos x="connsiteX367" y="connsiteY367"/>
              </a:cxn>
              <a:cxn ang="0">
                <a:pos x="connsiteX368" y="connsiteY368"/>
              </a:cxn>
              <a:cxn ang="0">
                <a:pos x="connsiteX369" y="connsiteY369"/>
              </a:cxn>
              <a:cxn ang="0">
                <a:pos x="connsiteX370" y="connsiteY370"/>
              </a:cxn>
              <a:cxn ang="0">
                <a:pos x="connsiteX371" y="connsiteY371"/>
              </a:cxn>
              <a:cxn ang="0">
                <a:pos x="connsiteX372" y="connsiteY372"/>
              </a:cxn>
              <a:cxn ang="0">
                <a:pos x="connsiteX373" y="connsiteY373"/>
              </a:cxn>
              <a:cxn ang="0">
                <a:pos x="connsiteX374" y="connsiteY374"/>
              </a:cxn>
              <a:cxn ang="0">
                <a:pos x="connsiteX375" y="connsiteY375"/>
              </a:cxn>
              <a:cxn ang="0">
                <a:pos x="connsiteX376" y="connsiteY376"/>
              </a:cxn>
              <a:cxn ang="0">
                <a:pos x="connsiteX377" y="connsiteY377"/>
              </a:cxn>
              <a:cxn ang="0">
                <a:pos x="connsiteX378" y="connsiteY378"/>
              </a:cxn>
              <a:cxn ang="0">
                <a:pos x="connsiteX379" y="connsiteY379"/>
              </a:cxn>
              <a:cxn ang="0">
                <a:pos x="connsiteX380" y="connsiteY380"/>
              </a:cxn>
              <a:cxn ang="0">
                <a:pos x="connsiteX381" y="connsiteY381"/>
              </a:cxn>
              <a:cxn ang="0">
                <a:pos x="connsiteX382" y="connsiteY382"/>
              </a:cxn>
              <a:cxn ang="0">
                <a:pos x="connsiteX383" y="connsiteY383"/>
              </a:cxn>
              <a:cxn ang="0">
                <a:pos x="connsiteX384" y="connsiteY384"/>
              </a:cxn>
              <a:cxn ang="0">
                <a:pos x="connsiteX385" y="connsiteY385"/>
              </a:cxn>
              <a:cxn ang="0">
                <a:pos x="connsiteX386" y="connsiteY386"/>
              </a:cxn>
              <a:cxn ang="0">
                <a:pos x="connsiteX387" y="connsiteY387"/>
              </a:cxn>
              <a:cxn ang="0">
                <a:pos x="connsiteX388" y="connsiteY388"/>
              </a:cxn>
              <a:cxn ang="0">
                <a:pos x="connsiteX389" y="connsiteY389"/>
              </a:cxn>
              <a:cxn ang="0">
                <a:pos x="connsiteX390" y="connsiteY390"/>
              </a:cxn>
              <a:cxn ang="0">
                <a:pos x="connsiteX391" y="connsiteY391"/>
              </a:cxn>
              <a:cxn ang="0">
                <a:pos x="connsiteX392" y="connsiteY392"/>
              </a:cxn>
              <a:cxn ang="0">
                <a:pos x="connsiteX393" y="connsiteY393"/>
              </a:cxn>
              <a:cxn ang="0">
                <a:pos x="connsiteX394" y="connsiteY394"/>
              </a:cxn>
              <a:cxn ang="0">
                <a:pos x="connsiteX395" y="connsiteY395"/>
              </a:cxn>
              <a:cxn ang="0">
                <a:pos x="connsiteX396" y="connsiteY396"/>
              </a:cxn>
              <a:cxn ang="0">
                <a:pos x="connsiteX397" y="connsiteY397"/>
              </a:cxn>
              <a:cxn ang="0">
                <a:pos x="connsiteX398" y="connsiteY398"/>
              </a:cxn>
              <a:cxn ang="0">
                <a:pos x="connsiteX399" y="connsiteY399"/>
              </a:cxn>
              <a:cxn ang="0">
                <a:pos x="connsiteX400" y="connsiteY400"/>
              </a:cxn>
              <a:cxn ang="0">
                <a:pos x="connsiteX401" y="connsiteY401"/>
              </a:cxn>
              <a:cxn ang="0">
                <a:pos x="connsiteX402" y="connsiteY402"/>
              </a:cxn>
              <a:cxn ang="0">
                <a:pos x="connsiteX403" y="connsiteY403"/>
              </a:cxn>
              <a:cxn ang="0">
                <a:pos x="connsiteX404" y="connsiteY404"/>
              </a:cxn>
              <a:cxn ang="0">
                <a:pos x="connsiteX405" y="connsiteY405"/>
              </a:cxn>
              <a:cxn ang="0">
                <a:pos x="connsiteX406" y="connsiteY406"/>
              </a:cxn>
              <a:cxn ang="0">
                <a:pos x="connsiteX407" y="connsiteY407"/>
              </a:cxn>
              <a:cxn ang="0">
                <a:pos x="connsiteX408" y="connsiteY408"/>
              </a:cxn>
              <a:cxn ang="0">
                <a:pos x="connsiteX409" y="connsiteY409"/>
              </a:cxn>
              <a:cxn ang="0">
                <a:pos x="connsiteX410" y="connsiteY410"/>
              </a:cxn>
              <a:cxn ang="0">
                <a:pos x="connsiteX411" y="connsiteY411"/>
              </a:cxn>
              <a:cxn ang="0">
                <a:pos x="connsiteX412" y="connsiteY412"/>
              </a:cxn>
              <a:cxn ang="0">
                <a:pos x="connsiteX413" y="connsiteY413"/>
              </a:cxn>
              <a:cxn ang="0">
                <a:pos x="connsiteX414" y="connsiteY414"/>
              </a:cxn>
              <a:cxn ang="0">
                <a:pos x="connsiteX415" y="connsiteY415"/>
              </a:cxn>
              <a:cxn ang="0">
                <a:pos x="connsiteX416" y="connsiteY416"/>
              </a:cxn>
              <a:cxn ang="0">
                <a:pos x="connsiteX417" y="connsiteY417"/>
              </a:cxn>
              <a:cxn ang="0">
                <a:pos x="connsiteX418" y="connsiteY418"/>
              </a:cxn>
              <a:cxn ang="0">
                <a:pos x="connsiteX419" y="connsiteY419"/>
              </a:cxn>
              <a:cxn ang="0">
                <a:pos x="connsiteX420" y="connsiteY420"/>
              </a:cxn>
              <a:cxn ang="0">
                <a:pos x="connsiteX421" y="connsiteY421"/>
              </a:cxn>
              <a:cxn ang="0">
                <a:pos x="connsiteX422" y="connsiteY422"/>
              </a:cxn>
              <a:cxn ang="0">
                <a:pos x="connsiteX423" y="connsiteY423"/>
              </a:cxn>
              <a:cxn ang="0">
                <a:pos x="connsiteX424" y="connsiteY424"/>
              </a:cxn>
              <a:cxn ang="0">
                <a:pos x="connsiteX425" y="connsiteY425"/>
              </a:cxn>
              <a:cxn ang="0">
                <a:pos x="connsiteX426" y="connsiteY426"/>
              </a:cxn>
              <a:cxn ang="0">
                <a:pos x="connsiteX427" y="connsiteY427"/>
              </a:cxn>
              <a:cxn ang="0">
                <a:pos x="connsiteX428" y="connsiteY428"/>
              </a:cxn>
              <a:cxn ang="0">
                <a:pos x="connsiteX429" y="connsiteY429"/>
              </a:cxn>
              <a:cxn ang="0">
                <a:pos x="connsiteX430" y="connsiteY430"/>
              </a:cxn>
              <a:cxn ang="0">
                <a:pos x="connsiteX431" y="connsiteY431"/>
              </a:cxn>
              <a:cxn ang="0">
                <a:pos x="connsiteX432" y="connsiteY432"/>
              </a:cxn>
              <a:cxn ang="0">
                <a:pos x="connsiteX433" y="connsiteY433"/>
              </a:cxn>
              <a:cxn ang="0">
                <a:pos x="connsiteX434" y="connsiteY434"/>
              </a:cxn>
              <a:cxn ang="0">
                <a:pos x="connsiteX435" y="connsiteY435"/>
              </a:cxn>
              <a:cxn ang="0">
                <a:pos x="connsiteX436" y="connsiteY436"/>
              </a:cxn>
              <a:cxn ang="0">
                <a:pos x="connsiteX437" y="connsiteY437"/>
              </a:cxn>
              <a:cxn ang="0">
                <a:pos x="connsiteX438" y="connsiteY438"/>
              </a:cxn>
              <a:cxn ang="0">
                <a:pos x="connsiteX439" y="connsiteY439"/>
              </a:cxn>
              <a:cxn ang="0">
                <a:pos x="connsiteX440" y="connsiteY440"/>
              </a:cxn>
              <a:cxn ang="0">
                <a:pos x="connsiteX441" y="connsiteY441"/>
              </a:cxn>
              <a:cxn ang="0">
                <a:pos x="connsiteX442" y="connsiteY442"/>
              </a:cxn>
              <a:cxn ang="0">
                <a:pos x="connsiteX443" y="connsiteY443"/>
              </a:cxn>
              <a:cxn ang="0">
                <a:pos x="connsiteX444" y="connsiteY444"/>
              </a:cxn>
              <a:cxn ang="0">
                <a:pos x="connsiteX445" y="connsiteY445"/>
              </a:cxn>
              <a:cxn ang="0">
                <a:pos x="connsiteX446" y="connsiteY446"/>
              </a:cxn>
              <a:cxn ang="0">
                <a:pos x="connsiteX447" y="connsiteY447"/>
              </a:cxn>
              <a:cxn ang="0">
                <a:pos x="connsiteX448" y="connsiteY448"/>
              </a:cxn>
              <a:cxn ang="0">
                <a:pos x="connsiteX449" y="connsiteY449"/>
              </a:cxn>
              <a:cxn ang="0">
                <a:pos x="connsiteX450" y="connsiteY450"/>
              </a:cxn>
              <a:cxn ang="0">
                <a:pos x="connsiteX451" y="connsiteY451"/>
              </a:cxn>
              <a:cxn ang="0">
                <a:pos x="connsiteX452" y="connsiteY452"/>
              </a:cxn>
              <a:cxn ang="0">
                <a:pos x="connsiteX453" y="connsiteY453"/>
              </a:cxn>
              <a:cxn ang="0">
                <a:pos x="connsiteX454" y="connsiteY454"/>
              </a:cxn>
              <a:cxn ang="0">
                <a:pos x="connsiteX455" y="connsiteY455"/>
              </a:cxn>
              <a:cxn ang="0">
                <a:pos x="connsiteX456" y="connsiteY456"/>
              </a:cxn>
              <a:cxn ang="0">
                <a:pos x="connsiteX457" y="connsiteY457"/>
              </a:cxn>
              <a:cxn ang="0">
                <a:pos x="connsiteX458" y="connsiteY458"/>
              </a:cxn>
              <a:cxn ang="0">
                <a:pos x="connsiteX459" y="connsiteY459"/>
              </a:cxn>
              <a:cxn ang="0">
                <a:pos x="connsiteX460" y="connsiteY460"/>
              </a:cxn>
              <a:cxn ang="0">
                <a:pos x="connsiteX461" y="connsiteY461"/>
              </a:cxn>
              <a:cxn ang="0">
                <a:pos x="connsiteX462" y="connsiteY462"/>
              </a:cxn>
              <a:cxn ang="0">
                <a:pos x="connsiteX463" y="connsiteY463"/>
              </a:cxn>
              <a:cxn ang="0">
                <a:pos x="connsiteX464" y="connsiteY464"/>
              </a:cxn>
              <a:cxn ang="0">
                <a:pos x="connsiteX465" y="connsiteY465"/>
              </a:cxn>
              <a:cxn ang="0">
                <a:pos x="connsiteX466" y="connsiteY466"/>
              </a:cxn>
              <a:cxn ang="0">
                <a:pos x="connsiteX467" y="connsiteY467"/>
              </a:cxn>
              <a:cxn ang="0">
                <a:pos x="connsiteX468" y="connsiteY468"/>
              </a:cxn>
              <a:cxn ang="0">
                <a:pos x="connsiteX469" y="connsiteY469"/>
              </a:cxn>
              <a:cxn ang="0">
                <a:pos x="connsiteX470" y="connsiteY470"/>
              </a:cxn>
              <a:cxn ang="0">
                <a:pos x="connsiteX471" y="connsiteY471"/>
              </a:cxn>
              <a:cxn ang="0">
                <a:pos x="connsiteX472" y="connsiteY472"/>
              </a:cxn>
              <a:cxn ang="0">
                <a:pos x="connsiteX473" y="connsiteY473"/>
              </a:cxn>
              <a:cxn ang="0">
                <a:pos x="connsiteX474" y="connsiteY474"/>
              </a:cxn>
              <a:cxn ang="0">
                <a:pos x="connsiteX475" y="connsiteY475"/>
              </a:cxn>
              <a:cxn ang="0">
                <a:pos x="connsiteX476" y="connsiteY476"/>
              </a:cxn>
              <a:cxn ang="0">
                <a:pos x="connsiteX477" y="connsiteY477"/>
              </a:cxn>
              <a:cxn ang="0">
                <a:pos x="connsiteX478" y="connsiteY478"/>
              </a:cxn>
              <a:cxn ang="0">
                <a:pos x="connsiteX479" y="connsiteY479"/>
              </a:cxn>
              <a:cxn ang="0">
                <a:pos x="connsiteX480" y="connsiteY480"/>
              </a:cxn>
              <a:cxn ang="0">
                <a:pos x="connsiteX481" y="connsiteY481"/>
              </a:cxn>
              <a:cxn ang="0">
                <a:pos x="connsiteX482" y="connsiteY482"/>
              </a:cxn>
              <a:cxn ang="0">
                <a:pos x="connsiteX483" y="connsiteY483"/>
              </a:cxn>
              <a:cxn ang="0">
                <a:pos x="connsiteX484" y="connsiteY484"/>
              </a:cxn>
              <a:cxn ang="0">
                <a:pos x="connsiteX485" y="connsiteY485"/>
              </a:cxn>
              <a:cxn ang="0">
                <a:pos x="connsiteX486" y="connsiteY486"/>
              </a:cxn>
              <a:cxn ang="0">
                <a:pos x="connsiteX487" y="connsiteY487"/>
              </a:cxn>
              <a:cxn ang="0">
                <a:pos x="connsiteX488" y="connsiteY488"/>
              </a:cxn>
              <a:cxn ang="0">
                <a:pos x="connsiteX489" y="connsiteY489"/>
              </a:cxn>
              <a:cxn ang="0">
                <a:pos x="connsiteX490" y="connsiteY490"/>
              </a:cxn>
              <a:cxn ang="0">
                <a:pos x="connsiteX491" y="connsiteY491"/>
              </a:cxn>
              <a:cxn ang="0">
                <a:pos x="connsiteX492" y="connsiteY492"/>
              </a:cxn>
              <a:cxn ang="0">
                <a:pos x="connsiteX493" y="connsiteY493"/>
              </a:cxn>
              <a:cxn ang="0">
                <a:pos x="connsiteX494" y="connsiteY494"/>
              </a:cxn>
              <a:cxn ang="0">
                <a:pos x="connsiteX495" y="connsiteY495"/>
              </a:cxn>
              <a:cxn ang="0">
                <a:pos x="connsiteX496" y="connsiteY496"/>
              </a:cxn>
              <a:cxn ang="0">
                <a:pos x="connsiteX497" y="connsiteY497"/>
              </a:cxn>
              <a:cxn ang="0">
                <a:pos x="connsiteX498" y="connsiteY498"/>
              </a:cxn>
              <a:cxn ang="0">
                <a:pos x="connsiteX499" y="connsiteY499"/>
              </a:cxn>
              <a:cxn ang="0">
                <a:pos x="connsiteX500" y="connsiteY500"/>
              </a:cxn>
              <a:cxn ang="0">
                <a:pos x="connsiteX501" y="connsiteY501"/>
              </a:cxn>
              <a:cxn ang="0">
                <a:pos x="connsiteX502" y="connsiteY502"/>
              </a:cxn>
              <a:cxn ang="0">
                <a:pos x="connsiteX503" y="connsiteY503"/>
              </a:cxn>
              <a:cxn ang="0">
                <a:pos x="connsiteX504" y="connsiteY504"/>
              </a:cxn>
              <a:cxn ang="0">
                <a:pos x="connsiteX505" y="connsiteY505"/>
              </a:cxn>
              <a:cxn ang="0">
                <a:pos x="connsiteX506" y="connsiteY506"/>
              </a:cxn>
              <a:cxn ang="0">
                <a:pos x="connsiteX507" y="connsiteY507"/>
              </a:cxn>
              <a:cxn ang="0">
                <a:pos x="connsiteX508" y="connsiteY508"/>
              </a:cxn>
              <a:cxn ang="0">
                <a:pos x="connsiteX509" y="connsiteY509"/>
              </a:cxn>
              <a:cxn ang="0">
                <a:pos x="connsiteX510" y="connsiteY510"/>
              </a:cxn>
              <a:cxn ang="0">
                <a:pos x="connsiteX511" y="connsiteY511"/>
              </a:cxn>
              <a:cxn ang="0">
                <a:pos x="connsiteX512" y="connsiteY512"/>
              </a:cxn>
              <a:cxn ang="0">
                <a:pos x="connsiteX513" y="connsiteY513"/>
              </a:cxn>
              <a:cxn ang="0">
                <a:pos x="connsiteX514" y="connsiteY514"/>
              </a:cxn>
              <a:cxn ang="0">
                <a:pos x="connsiteX515" y="connsiteY515"/>
              </a:cxn>
              <a:cxn ang="0">
                <a:pos x="connsiteX516" y="connsiteY516"/>
              </a:cxn>
              <a:cxn ang="0">
                <a:pos x="connsiteX517" y="connsiteY517"/>
              </a:cxn>
              <a:cxn ang="0">
                <a:pos x="connsiteX518" y="connsiteY518"/>
              </a:cxn>
              <a:cxn ang="0">
                <a:pos x="connsiteX519" y="connsiteY519"/>
              </a:cxn>
              <a:cxn ang="0">
                <a:pos x="connsiteX520" y="connsiteY520"/>
              </a:cxn>
              <a:cxn ang="0">
                <a:pos x="connsiteX521" y="connsiteY521"/>
              </a:cxn>
              <a:cxn ang="0">
                <a:pos x="connsiteX522" y="connsiteY522"/>
              </a:cxn>
              <a:cxn ang="0">
                <a:pos x="connsiteX523" y="connsiteY523"/>
              </a:cxn>
              <a:cxn ang="0">
                <a:pos x="connsiteX524" y="connsiteY524"/>
              </a:cxn>
              <a:cxn ang="0">
                <a:pos x="connsiteX525" y="connsiteY525"/>
              </a:cxn>
              <a:cxn ang="0">
                <a:pos x="connsiteX526" y="connsiteY526"/>
              </a:cxn>
              <a:cxn ang="0">
                <a:pos x="connsiteX527" y="connsiteY527"/>
              </a:cxn>
              <a:cxn ang="0">
                <a:pos x="connsiteX528" y="connsiteY528"/>
              </a:cxn>
              <a:cxn ang="0">
                <a:pos x="connsiteX529" y="connsiteY529"/>
              </a:cxn>
              <a:cxn ang="0">
                <a:pos x="connsiteX530" y="connsiteY530"/>
              </a:cxn>
              <a:cxn ang="0">
                <a:pos x="connsiteX531" y="connsiteY531"/>
              </a:cxn>
              <a:cxn ang="0">
                <a:pos x="connsiteX532" y="connsiteY532"/>
              </a:cxn>
              <a:cxn ang="0">
                <a:pos x="connsiteX533" y="connsiteY533"/>
              </a:cxn>
              <a:cxn ang="0">
                <a:pos x="connsiteX534" y="connsiteY534"/>
              </a:cxn>
              <a:cxn ang="0">
                <a:pos x="connsiteX535" y="connsiteY535"/>
              </a:cxn>
              <a:cxn ang="0">
                <a:pos x="connsiteX536" y="connsiteY536"/>
              </a:cxn>
              <a:cxn ang="0">
                <a:pos x="connsiteX537" y="connsiteY537"/>
              </a:cxn>
              <a:cxn ang="0">
                <a:pos x="connsiteX538" y="connsiteY538"/>
              </a:cxn>
              <a:cxn ang="0">
                <a:pos x="connsiteX539" y="connsiteY539"/>
              </a:cxn>
              <a:cxn ang="0">
                <a:pos x="connsiteX540" y="connsiteY540"/>
              </a:cxn>
              <a:cxn ang="0">
                <a:pos x="connsiteX541" y="connsiteY541"/>
              </a:cxn>
              <a:cxn ang="0">
                <a:pos x="connsiteX542" y="connsiteY542"/>
              </a:cxn>
              <a:cxn ang="0">
                <a:pos x="connsiteX543" y="connsiteY543"/>
              </a:cxn>
              <a:cxn ang="0">
                <a:pos x="connsiteX544" y="connsiteY544"/>
              </a:cxn>
              <a:cxn ang="0">
                <a:pos x="connsiteX545" y="connsiteY545"/>
              </a:cxn>
              <a:cxn ang="0">
                <a:pos x="connsiteX546" y="connsiteY546"/>
              </a:cxn>
              <a:cxn ang="0">
                <a:pos x="connsiteX547" y="connsiteY547"/>
              </a:cxn>
              <a:cxn ang="0">
                <a:pos x="connsiteX548" y="connsiteY548"/>
              </a:cxn>
              <a:cxn ang="0">
                <a:pos x="connsiteX549" y="connsiteY549"/>
              </a:cxn>
              <a:cxn ang="0">
                <a:pos x="connsiteX550" y="connsiteY550"/>
              </a:cxn>
              <a:cxn ang="0">
                <a:pos x="connsiteX551" y="connsiteY551"/>
              </a:cxn>
              <a:cxn ang="0">
                <a:pos x="connsiteX552" y="connsiteY552"/>
              </a:cxn>
              <a:cxn ang="0">
                <a:pos x="connsiteX553" y="connsiteY553"/>
              </a:cxn>
              <a:cxn ang="0">
                <a:pos x="connsiteX554" y="connsiteY554"/>
              </a:cxn>
              <a:cxn ang="0">
                <a:pos x="connsiteX555" y="connsiteY555"/>
              </a:cxn>
              <a:cxn ang="0">
                <a:pos x="connsiteX556" y="connsiteY556"/>
              </a:cxn>
              <a:cxn ang="0">
                <a:pos x="connsiteX557" y="connsiteY557"/>
              </a:cxn>
              <a:cxn ang="0">
                <a:pos x="connsiteX558" y="connsiteY558"/>
              </a:cxn>
              <a:cxn ang="0">
                <a:pos x="connsiteX559" y="connsiteY559"/>
              </a:cxn>
              <a:cxn ang="0">
                <a:pos x="connsiteX560" y="connsiteY560"/>
              </a:cxn>
              <a:cxn ang="0">
                <a:pos x="connsiteX561" y="connsiteY561"/>
              </a:cxn>
              <a:cxn ang="0">
                <a:pos x="connsiteX562" y="connsiteY562"/>
              </a:cxn>
              <a:cxn ang="0">
                <a:pos x="connsiteX563" y="connsiteY563"/>
              </a:cxn>
              <a:cxn ang="0">
                <a:pos x="connsiteX564" y="connsiteY564"/>
              </a:cxn>
              <a:cxn ang="0">
                <a:pos x="connsiteX565" y="connsiteY565"/>
              </a:cxn>
              <a:cxn ang="0">
                <a:pos x="connsiteX566" y="connsiteY566"/>
              </a:cxn>
              <a:cxn ang="0">
                <a:pos x="connsiteX567" y="connsiteY567"/>
              </a:cxn>
              <a:cxn ang="0">
                <a:pos x="connsiteX568" y="connsiteY568"/>
              </a:cxn>
              <a:cxn ang="0">
                <a:pos x="connsiteX569" y="connsiteY569"/>
              </a:cxn>
              <a:cxn ang="0">
                <a:pos x="connsiteX570" y="connsiteY570"/>
              </a:cxn>
              <a:cxn ang="0">
                <a:pos x="connsiteX571" y="connsiteY571"/>
              </a:cxn>
              <a:cxn ang="0">
                <a:pos x="connsiteX572" y="connsiteY572"/>
              </a:cxn>
              <a:cxn ang="0">
                <a:pos x="connsiteX573" y="connsiteY573"/>
              </a:cxn>
              <a:cxn ang="0">
                <a:pos x="connsiteX574" y="connsiteY574"/>
              </a:cxn>
              <a:cxn ang="0">
                <a:pos x="connsiteX575" y="connsiteY575"/>
              </a:cxn>
              <a:cxn ang="0">
                <a:pos x="connsiteX576" y="connsiteY576"/>
              </a:cxn>
              <a:cxn ang="0">
                <a:pos x="connsiteX577" y="connsiteY577"/>
              </a:cxn>
              <a:cxn ang="0">
                <a:pos x="connsiteX578" y="connsiteY578"/>
              </a:cxn>
              <a:cxn ang="0">
                <a:pos x="connsiteX579" y="connsiteY579"/>
              </a:cxn>
              <a:cxn ang="0">
                <a:pos x="connsiteX580" y="connsiteY580"/>
              </a:cxn>
              <a:cxn ang="0">
                <a:pos x="connsiteX581" y="connsiteY581"/>
              </a:cxn>
              <a:cxn ang="0">
                <a:pos x="connsiteX582" y="connsiteY582"/>
              </a:cxn>
              <a:cxn ang="0">
                <a:pos x="connsiteX583" y="connsiteY583"/>
              </a:cxn>
              <a:cxn ang="0">
                <a:pos x="connsiteX584" y="connsiteY584"/>
              </a:cxn>
              <a:cxn ang="0">
                <a:pos x="connsiteX585" y="connsiteY585"/>
              </a:cxn>
              <a:cxn ang="0">
                <a:pos x="connsiteX586" y="connsiteY586"/>
              </a:cxn>
              <a:cxn ang="0">
                <a:pos x="connsiteX587" y="connsiteY587"/>
              </a:cxn>
              <a:cxn ang="0">
                <a:pos x="connsiteX588" y="connsiteY588"/>
              </a:cxn>
              <a:cxn ang="0">
                <a:pos x="connsiteX589" y="connsiteY589"/>
              </a:cxn>
              <a:cxn ang="0">
                <a:pos x="connsiteX590" y="connsiteY590"/>
              </a:cxn>
              <a:cxn ang="0">
                <a:pos x="connsiteX591" y="connsiteY591"/>
              </a:cxn>
              <a:cxn ang="0">
                <a:pos x="connsiteX592" y="connsiteY592"/>
              </a:cxn>
              <a:cxn ang="0">
                <a:pos x="connsiteX593" y="connsiteY593"/>
              </a:cxn>
              <a:cxn ang="0">
                <a:pos x="connsiteX594" y="connsiteY594"/>
              </a:cxn>
              <a:cxn ang="0">
                <a:pos x="connsiteX595" y="connsiteY595"/>
              </a:cxn>
              <a:cxn ang="0">
                <a:pos x="connsiteX596" y="connsiteY596"/>
              </a:cxn>
              <a:cxn ang="0">
                <a:pos x="connsiteX597" y="connsiteY597"/>
              </a:cxn>
              <a:cxn ang="0">
                <a:pos x="connsiteX598" y="connsiteY598"/>
              </a:cxn>
              <a:cxn ang="0">
                <a:pos x="connsiteX599" y="connsiteY599"/>
              </a:cxn>
              <a:cxn ang="0">
                <a:pos x="connsiteX600" y="connsiteY600"/>
              </a:cxn>
              <a:cxn ang="0">
                <a:pos x="connsiteX601" y="connsiteY601"/>
              </a:cxn>
              <a:cxn ang="0">
                <a:pos x="connsiteX602" y="connsiteY602"/>
              </a:cxn>
              <a:cxn ang="0">
                <a:pos x="connsiteX603" y="connsiteY603"/>
              </a:cxn>
              <a:cxn ang="0">
                <a:pos x="connsiteX604" y="connsiteY604"/>
              </a:cxn>
              <a:cxn ang="0">
                <a:pos x="connsiteX605" y="connsiteY605"/>
              </a:cxn>
              <a:cxn ang="0">
                <a:pos x="connsiteX606" y="connsiteY606"/>
              </a:cxn>
              <a:cxn ang="0">
                <a:pos x="connsiteX607" y="connsiteY607"/>
              </a:cxn>
              <a:cxn ang="0">
                <a:pos x="connsiteX608" y="connsiteY608"/>
              </a:cxn>
              <a:cxn ang="0">
                <a:pos x="connsiteX609" y="connsiteY609"/>
              </a:cxn>
              <a:cxn ang="0">
                <a:pos x="connsiteX610" y="connsiteY610"/>
              </a:cxn>
              <a:cxn ang="0">
                <a:pos x="connsiteX611" y="connsiteY611"/>
              </a:cxn>
              <a:cxn ang="0">
                <a:pos x="connsiteX612" y="connsiteY612"/>
              </a:cxn>
              <a:cxn ang="0">
                <a:pos x="connsiteX613" y="connsiteY613"/>
              </a:cxn>
              <a:cxn ang="0">
                <a:pos x="connsiteX614" y="connsiteY614"/>
              </a:cxn>
              <a:cxn ang="0">
                <a:pos x="connsiteX615" y="connsiteY615"/>
              </a:cxn>
              <a:cxn ang="0">
                <a:pos x="connsiteX616" y="connsiteY616"/>
              </a:cxn>
              <a:cxn ang="0">
                <a:pos x="connsiteX617" y="connsiteY617"/>
              </a:cxn>
              <a:cxn ang="0">
                <a:pos x="connsiteX618" y="connsiteY618"/>
              </a:cxn>
              <a:cxn ang="0">
                <a:pos x="connsiteX619" y="connsiteY619"/>
              </a:cxn>
              <a:cxn ang="0">
                <a:pos x="connsiteX620" y="connsiteY620"/>
              </a:cxn>
              <a:cxn ang="0">
                <a:pos x="connsiteX621" y="connsiteY621"/>
              </a:cxn>
              <a:cxn ang="0">
                <a:pos x="connsiteX622" y="connsiteY622"/>
              </a:cxn>
              <a:cxn ang="0">
                <a:pos x="connsiteX623" y="connsiteY623"/>
              </a:cxn>
              <a:cxn ang="0">
                <a:pos x="connsiteX624" y="connsiteY624"/>
              </a:cxn>
              <a:cxn ang="0">
                <a:pos x="connsiteX625" y="connsiteY625"/>
              </a:cxn>
              <a:cxn ang="0">
                <a:pos x="connsiteX626" y="connsiteY626"/>
              </a:cxn>
              <a:cxn ang="0">
                <a:pos x="connsiteX627" y="connsiteY627"/>
              </a:cxn>
              <a:cxn ang="0">
                <a:pos x="connsiteX628" y="connsiteY628"/>
              </a:cxn>
              <a:cxn ang="0">
                <a:pos x="connsiteX629" y="connsiteY629"/>
              </a:cxn>
              <a:cxn ang="0">
                <a:pos x="connsiteX630" y="connsiteY630"/>
              </a:cxn>
              <a:cxn ang="0">
                <a:pos x="connsiteX631" y="connsiteY631"/>
              </a:cxn>
              <a:cxn ang="0">
                <a:pos x="connsiteX632" y="connsiteY632"/>
              </a:cxn>
              <a:cxn ang="0">
                <a:pos x="connsiteX633" y="connsiteY633"/>
              </a:cxn>
              <a:cxn ang="0">
                <a:pos x="connsiteX634" y="connsiteY634"/>
              </a:cxn>
              <a:cxn ang="0">
                <a:pos x="connsiteX635" y="connsiteY635"/>
              </a:cxn>
              <a:cxn ang="0">
                <a:pos x="connsiteX636" y="connsiteY636"/>
              </a:cxn>
              <a:cxn ang="0">
                <a:pos x="connsiteX637" y="connsiteY637"/>
              </a:cxn>
              <a:cxn ang="0">
                <a:pos x="connsiteX638" y="connsiteY638"/>
              </a:cxn>
              <a:cxn ang="0">
                <a:pos x="connsiteX639" y="connsiteY639"/>
              </a:cxn>
              <a:cxn ang="0">
                <a:pos x="connsiteX640" y="connsiteY640"/>
              </a:cxn>
              <a:cxn ang="0">
                <a:pos x="connsiteX641" y="connsiteY641"/>
              </a:cxn>
              <a:cxn ang="0">
                <a:pos x="connsiteX642" y="connsiteY642"/>
              </a:cxn>
              <a:cxn ang="0">
                <a:pos x="connsiteX643" y="connsiteY643"/>
              </a:cxn>
              <a:cxn ang="0">
                <a:pos x="connsiteX644" y="connsiteY644"/>
              </a:cxn>
              <a:cxn ang="0">
                <a:pos x="connsiteX645" y="connsiteY645"/>
              </a:cxn>
              <a:cxn ang="0">
                <a:pos x="connsiteX646" y="connsiteY646"/>
              </a:cxn>
              <a:cxn ang="0">
                <a:pos x="connsiteX647" y="connsiteY647"/>
              </a:cxn>
              <a:cxn ang="0">
                <a:pos x="connsiteX648" y="connsiteY648"/>
              </a:cxn>
              <a:cxn ang="0">
                <a:pos x="connsiteX649" y="connsiteY649"/>
              </a:cxn>
              <a:cxn ang="0">
                <a:pos x="connsiteX650" y="connsiteY650"/>
              </a:cxn>
              <a:cxn ang="0">
                <a:pos x="connsiteX651" y="connsiteY651"/>
              </a:cxn>
              <a:cxn ang="0">
                <a:pos x="connsiteX652" y="connsiteY652"/>
              </a:cxn>
              <a:cxn ang="0">
                <a:pos x="connsiteX653" y="connsiteY653"/>
              </a:cxn>
              <a:cxn ang="0">
                <a:pos x="connsiteX654" y="connsiteY654"/>
              </a:cxn>
              <a:cxn ang="0">
                <a:pos x="connsiteX655" y="connsiteY655"/>
              </a:cxn>
              <a:cxn ang="0">
                <a:pos x="connsiteX656" y="connsiteY656"/>
              </a:cxn>
              <a:cxn ang="0">
                <a:pos x="connsiteX657" y="connsiteY657"/>
              </a:cxn>
              <a:cxn ang="0">
                <a:pos x="connsiteX658" y="connsiteY658"/>
              </a:cxn>
              <a:cxn ang="0">
                <a:pos x="connsiteX659" y="connsiteY659"/>
              </a:cxn>
              <a:cxn ang="0">
                <a:pos x="connsiteX660" y="connsiteY660"/>
              </a:cxn>
              <a:cxn ang="0">
                <a:pos x="connsiteX661" y="connsiteY661"/>
              </a:cxn>
              <a:cxn ang="0">
                <a:pos x="connsiteX662" y="connsiteY662"/>
              </a:cxn>
              <a:cxn ang="0">
                <a:pos x="connsiteX663" y="connsiteY663"/>
              </a:cxn>
              <a:cxn ang="0">
                <a:pos x="connsiteX664" y="connsiteY664"/>
              </a:cxn>
              <a:cxn ang="0">
                <a:pos x="connsiteX665" y="connsiteY665"/>
              </a:cxn>
              <a:cxn ang="0">
                <a:pos x="connsiteX666" y="connsiteY666"/>
              </a:cxn>
              <a:cxn ang="0">
                <a:pos x="connsiteX667" y="connsiteY667"/>
              </a:cxn>
              <a:cxn ang="0">
                <a:pos x="connsiteX668" y="connsiteY668"/>
              </a:cxn>
              <a:cxn ang="0">
                <a:pos x="connsiteX669" y="connsiteY669"/>
              </a:cxn>
              <a:cxn ang="0">
                <a:pos x="connsiteX670" y="connsiteY670"/>
              </a:cxn>
              <a:cxn ang="0">
                <a:pos x="connsiteX671" y="connsiteY671"/>
              </a:cxn>
              <a:cxn ang="0">
                <a:pos x="connsiteX672" y="connsiteY672"/>
              </a:cxn>
              <a:cxn ang="0">
                <a:pos x="connsiteX673" y="connsiteY673"/>
              </a:cxn>
              <a:cxn ang="0">
                <a:pos x="connsiteX674" y="connsiteY674"/>
              </a:cxn>
              <a:cxn ang="0">
                <a:pos x="connsiteX675" y="connsiteY675"/>
              </a:cxn>
              <a:cxn ang="0">
                <a:pos x="connsiteX676" y="connsiteY676"/>
              </a:cxn>
              <a:cxn ang="0">
                <a:pos x="connsiteX677" y="connsiteY677"/>
              </a:cxn>
              <a:cxn ang="0">
                <a:pos x="connsiteX678" y="connsiteY678"/>
              </a:cxn>
              <a:cxn ang="0">
                <a:pos x="connsiteX679" y="connsiteY679"/>
              </a:cxn>
              <a:cxn ang="0">
                <a:pos x="connsiteX680" y="connsiteY680"/>
              </a:cxn>
              <a:cxn ang="0">
                <a:pos x="connsiteX681" y="connsiteY681"/>
              </a:cxn>
              <a:cxn ang="0">
                <a:pos x="connsiteX682" y="connsiteY682"/>
              </a:cxn>
              <a:cxn ang="0">
                <a:pos x="connsiteX683" y="connsiteY683"/>
              </a:cxn>
              <a:cxn ang="0">
                <a:pos x="connsiteX684" y="connsiteY684"/>
              </a:cxn>
              <a:cxn ang="0">
                <a:pos x="connsiteX685" y="connsiteY685"/>
              </a:cxn>
              <a:cxn ang="0">
                <a:pos x="connsiteX686" y="connsiteY686"/>
              </a:cxn>
              <a:cxn ang="0">
                <a:pos x="connsiteX687" y="connsiteY687"/>
              </a:cxn>
              <a:cxn ang="0">
                <a:pos x="connsiteX688" y="connsiteY688"/>
              </a:cxn>
              <a:cxn ang="0">
                <a:pos x="connsiteX689" y="connsiteY689"/>
              </a:cxn>
              <a:cxn ang="0">
                <a:pos x="connsiteX690" y="connsiteY690"/>
              </a:cxn>
              <a:cxn ang="0">
                <a:pos x="connsiteX691" y="connsiteY691"/>
              </a:cxn>
              <a:cxn ang="0">
                <a:pos x="connsiteX692" y="connsiteY692"/>
              </a:cxn>
              <a:cxn ang="0">
                <a:pos x="connsiteX693" y="connsiteY693"/>
              </a:cxn>
              <a:cxn ang="0">
                <a:pos x="connsiteX694" y="connsiteY694"/>
              </a:cxn>
              <a:cxn ang="0">
                <a:pos x="connsiteX695" y="connsiteY695"/>
              </a:cxn>
              <a:cxn ang="0">
                <a:pos x="connsiteX696" y="connsiteY696"/>
              </a:cxn>
              <a:cxn ang="0">
                <a:pos x="connsiteX697" y="connsiteY697"/>
              </a:cxn>
              <a:cxn ang="0">
                <a:pos x="connsiteX698" y="connsiteY698"/>
              </a:cxn>
              <a:cxn ang="0">
                <a:pos x="connsiteX699" y="connsiteY699"/>
              </a:cxn>
              <a:cxn ang="0">
                <a:pos x="connsiteX700" y="connsiteY700"/>
              </a:cxn>
              <a:cxn ang="0">
                <a:pos x="connsiteX701" y="connsiteY701"/>
              </a:cxn>
              <a:cxn ang="0">
                <a:pos x="connsiteX702" y="connsiteY702"/>
              </a:cxn>
              <a:cxn ang="0">
                <a:pos x="connsiteX703" y="connsiteY703"/>
              </a:cxn>
              <a:cxn ang="0">
                <a:pos x="connsiteX704" y="connsiteY704"/>
              </a:cxn>
              <a:cxn ang="0">
                <a:pos x="connsiteX705" y="connsiteY705"/>
              </a:cxn>
              <a:cxn ang="0">
                <a:pos x="connsiteX706" y="connsiteY706"/>
              </a:cxn>
              <a:cxn ang="0">
                <a:pos x="connsiteX707" y="connsiteY707"/>
              </a:cxn>
              <a:cxn ang="0">
                <a:pos x="connsiteX708" y="connsiteY708"/>
              </a:cxn>
              <a:cxn ang="0">
                <a:pos x="connsiteX709" y="connsiteY709"/>
              </a:cxn>
              <a:cxn ang="0">
                <a:pos x="connsiteX710" y="connsiteY710"/>
              </a:cxn>
              <a:cxn ang="0">
                <a:pos x="connsiteX711" y="connsiteY711"/>
              </a:cxn>
              <a:cxn ang="0">
                <a:pos x="connsiteX712" y="connsiteY712"/>
              </a:cxn>
              <a:cxn ang="0">
                <a:pos x="connsiteX713" y="connsiteY713"/>
              </a:cxn>
              <a:cxn ang="0">
                <a:pos x="connsiteX714" y="connsiteY714"/>
              </a:cxn>
              <a:cxn ang="0">
                <a:pos x="connsiteX715" y="connsiteY715"/>
              </a:cxn>
              <a:cxn ang="0">
                <a:pos x="connsiteX716" y="connsiteY716"/>
              </a:cxn>
              <a:cxn ang="0">
                <a:pos x="connsiteX717" y="connsiteY717"/>
              </a:cxn>
              <a:cxn ang="0">
                <a:pos x="connsiteX718" y="connsiteY718"/>
              </a:cxn>
              <a:cxn ang="0">
                <a:pos x="connsiteX719" y="connsiteY719"/>
              </a:cxn>
              <a:cxn ang="0">
                <a:pos x="connsiteX720" y="connsiteY720"/>
              </a:cxn>
              <a:cxn ang="0">
                <a:pos x="connsiteX721" y="connsiteY721"/>
              </a:cxn>
              <a:cxn ang="0">
                <a:pos x="connsiteX722" y="connsiteY722"/>
              </a:cxn>
              <a:cxn ang="0">
                <a:pos x="connsiteX723" y="connsiteY723"/>
              </a:cxn>
              <a:cxn ang="0">
                <a:pos x="connsiteX724" y="connsiteY724"/>
              </a:cxn>
              <a:cxn ang="0">
                <a:pos x="connsiteX725" y="connsiteY725"/>
              </a:cxn>
              <a:cxn ang="0">
                <a:pos x="connsiteX726" y="connsiteY726"/>
              </a:cxn>
              <a:cxn ang="0">
                <a:pos x="connsiteX727" y="connsiteY727"/>
              </a:cxn>
              <a:cxn ang="0">
                <a:pos x="connsiteX728" y="connsiteY728"/>
              </a:cxn>
              <a:cxn ang="0">
                <a:pos x="connsiteX729" y="connsiteY729"/>
              </a:cxn>
              <a:cxn ang="0">
                <a:pos x="connsiteX730" y="connsiteY730"/>
              </a:cxn>
              <a:cxn ang="0">
                <a:pos x="connsiteX731" y="connsiteY731"/>
              </a:cxn>
              <a:cxn ang="0">
                <a:pos x="connsiteX732" y="connsiteY732"/>
              </a:cxn>
              <a:cxn ang="0">
                <a:pos x="connsiteX733" y="connsiteY733"/>
              </a:cxn>
              <a:cxn ang="0">
                <a:pos x="connsiteX734" y="connsiteY734"/>
              </a:cxn>
              <a:cxn ang="0">
                <a:pos x="connsiteX735" y="connsiteY735"/>
              </a:cxn>
              <a:cxn ang="0">
                <a:pos x="connsiteX736" y="connsiteY736"/>
              </a:cxn>
              <a:cxn ang="0">
                <a:pos x="connsiteX737" y="connsiteY737"/>
              </a:cxn>
              <a:cxn ang="0">
                <a:pos x="connsiteX738" y="connsiteY738"/>
              </a:cxn>
              <a:cxn ang="0">
                <a:pos x="connsiteX739" y="connsiteY739"/>
              </a:cxn>
              <a:cxn ang="0">
                <a:pos x="connsiteX740" y="connsiteY740"/>
              </a:cxn>
              <a:cxn ang="0">
                <a:pos x="connsiteX741" y="connsiteY741"/>
              </a:cxn>
              <a:cxn ang="0">
                <a:pos x="connsiteX742" y="connsiteY742"/>
              </a:cxn>
              <a:cxn ang="0">
                <a:pos x="connsiteX743" y="connsiteY743"/>
              </a:cxn>
              <a:cxn ang="0">
                <a:pos x="connsiteX744" y="connsiteY744"/>
              </a:cxn>
              <a:cxn ang="0">
                <a:pos x="connsiteX745" y="connsiteY745"/>
              </a:cxn>
              <a:cxn ang="0">
                <a:pos x="connsiteX746" y="connsiteY746"/>
              </a:cxn>
              <a:cxn ang="0">
                <a:pos x="connsiteX747" y="connsiteY747"/>
              </a:cxn>
              <a:cxn ang="0">
                <a:pos x="connsiteX748" y="connsiteY748"/>
              </a:cxn>
              <a:cxn ang="0">
                <a:pos x="connsiteX749" y="connsiteY749"/>
              </a:cxn>
              <a:cxn ang="0">
                <a:pos x="connsiteX750" y="connsiteY750"/>
              </a:cxn>
              <a:cxn ang="0">
                <a:pos x="connsiteX751" y="connsiteY751"/>
              </a:cxn>
              <a:cxn ang="0">
                <a:pos x="connsiteX752" y="connsiteY752"/>
              </a:cxn>
              <a:cxn ang="0">
                <a:pos x="connsiteX753" y="connsiteY753"/>
              </a:cxn>
              <a:cxn ang="0">
                <a:pos x="connsiteX754" y="connsiteY754"/>
              </a:cxn>
              <a:cxn ang="0">
                <a:pos x="connsiteX755" y="connsiteY755"/>
              </a:cxn>
              <a:cxn ang="0">
                <a:pos x="connsiteX756" y="connsiteY756"/>
              </a:cxn>
              <a:cxn ang="0">
                <a:pos x="connsiteX757" y="connsiteY757"/>
              </a:cxn>
              <a:cxn ang="0">
                <a:pos x="connsiteX758" y="connsiteY758"/>
              </a:cxn>
              <a:cxn ang="0">
                <a:pos x="connsiteX759" y="connsiteY759"/>
              </a:cxn>
              <a:cxn ang="0">
                <a:pos x="connsiteX760" y="connsiteY760"/>
              </a:cxn>
              <a:cxn ang="0">
                <a:pos x="connsiteX761" y="connsiteY761"/>
              </a:cxn>
              <a:cxn ang="0">
                <a:pos x="connsiteX762" y="connsiteY762"/>
              </a:cxn>
              <a:cxn ang="0">
                <a:pos x="connsiteX763" y="connsiteY763"/>
              </a:cxn>
              <a:cxn ang="0">
                <a:pos x="connsiteX764" y="connsiteY764"/>
              </a:cxn>
              <a:cxn ang="0">
                <a:pos x="connsiteX765" y="connsiteY765"/>
              </a:cxn>
              <a:cxn ang="0">
                <a:pos x="connsiteX766" y="connsiteY766"/>
              </a:cxn>
              <a:cxn ang="0">
                <a:pos x="connsiteX767" y="connsiteY767"/>
              </a:cxn>
              <a:cxn ang="0">
                <a:pos x="connsiteX768" y="connsiteY768"/>
              </a:cxn>
              <a:cxn ang="0">
                <a:pos x="connsiteX769" y="connsiteY769"/>
              </a:cxn>
              <a:cxn ang="0">
                <a:pos x="connsiteX770" y="connsiteY770"/>
              </a:cxn>
              <a:cxn ang="0">
                <a:pos x="connsiteX771" y="connsiteY771"/>
              </a:cxn>
              <a:cxn ang="0">
                <a:pos x="connsiteX772" y="connsiteY772"/>
              </a:cxn>
              <a:cxn ang="0">
                <a:pos x="connsiteX773" y="connsiteY773"/>
              </a:cxn>
              <a:cxn ang="0">
                <a:pos x="connsiteX774" y="connsiteY774"/>
              </a:cxn>
              <a:cxn ang="0">
                <a:pos x="connsiteX775" y="connsiteY775"/>
              </a:cxn>
              <a:cxn ang="0">
                <a:pos x="connsiteX776" y="connsiteY776"/>
              </a:cxn>
              <a:cxn ang="0">
                <a:pos x="connsiteX777" y="connsiteY777"/>
              </a:cxn>
              <a:cxn ang="0">
                <a:pos x="connsiteX778" y="connsiteY778"/>
              </a:cxn>
              <a:cxn ang="0">
                <a:pos x="connsiteX779" y="connsiteY779"/>
              </a:cxn>
              <a:cxn ang="0">
                <a:pos x="connsiteX780" y="connsiteY780"/>
              </a:cxn>
              <a:cxn ang="0">
                <a:pos x="connsiteX781" y="connsiteY781"/>
              </a:cxn>
              <a:cxn ang="0">
                <a:pos x="connsiteX782" y="connsiteY782"/>
              </a:cxn>
              <a:cxn ang="0">
                <a:pos x="connsiteX783" y="connsiteY783"/>
              </a:cxn>
              <a:cxn ang="0">
                <a:pos x="connsiteX784" y="connsiteY784"/>
              </a:cxn>
              <a:cxn ang="0">
                <a:pos x="connsiteX785" y="connsiteY785"/>
              </a:cxn>
              <a:cxn ang="0">
                <a:pos x="connsiteX786" y="connsiteY786"/>
              </a:cxn>
              <a:cxn ang="0">
                <a:pos x="connsiteX787" y="connsiteY787"/>
              </a:cxn>
              <a:cxn ang="0">
                <a:pos x="connsiteX788" y="connsiteY788"/>
              </a:cxn>
              <a:cxn ang="0">
                <a:pos x="connsiteX789" y="connsiteY789"/>
              </a:cxn>
              <a:cxn ang="0">
                <a:pos x="connsiteX790" y="connsiteY790"/>
              </a:cxn>
              <a:cxn ang="0">
                <a:pos x="connsiteX791" y="connsiteY791"/>
              </a:cxn>
              <a:cxn ang="0">
                <a:pos x="connsiteX792" y="connsiteY792"/>
              </a:cxn>
              <a:cxn ang="0">
                <a:pos x="connsiteX793" y="connsiteY793"/>
              </a:cxn>
              <a:cxn ang="0">
                <a:pos x="connsiteX794" y="connsiteY794"/>
              </a:cxn>
              <a:cxn ang="0">
                <a:pos x="connsiteX795" y="connsiteY795"/>
              </a:cxn>
              <a:cxn ang="0">
                <a:pos x="connsiteX796" y="connsiteY796"/>
              </a:cxn>
              <a:cxn ang="0">
                <a:pos x="connsiteX797" y="connsiteY797"/>
              </a:cxn>
              <a:cxn ang="0">
                <a:pos x="connsiteX798" y="connsiteY798"/>
              </a:cxn>
              <a:cxn ang="0">
                <a:pos x="connsiteX799" y="connsiteY799"/>
              </a:cxn>
              <a:cxn ang="0">
                <a:pos x="connsiteX800" y="connsiteY800"/>
              </a:cxn>
              <a:cxn ang="0">
                <a:pos x="connsiteX801" y="connsiteY801"/>
              </a:cxn>
              <a:cxn ang="0">
                <a:pos x="connsiteX802" y="connsiteY802"/>
              </a:cxn>
              <a:cxn ang="0">
                <a:pos x="connsiteX803" y="connsiteY803"/>
              </a:cxn>
              <a:cxn ang="0">
                <a:pos x="connsiteX804" y="connsiteY804"/>
              </a:cxn>
              <a:cxn ang="0">
                <a:pos x="connsiteX805" y="connsiteY805"/>
              </a:cxn>
              <a:cxn ang="0">
                <a:pos x="connsiteX806" y="connsiteY806"/>
              </a:cxn>
              <a:cxn ang="0">
                <a:pos x="connsiteX807" y="connsiteY807"/>
              </a:cxn>
              <a:cxn ang="0">
                <a:pos x="connsiteX808" y="connsiteY808"/>
              </a:cxn>
              <a:cxn ang="0">
                <a:pos x="connsiteX809" y="connsiteY809"/>
              </a:cxn>
              <a:cxn ang="0">
                <a:pos x="connsiteX810" y="connsiteY810"/>
              </a:cxn>
              <a:cxn ang="0">
                <a:pos x="connsiteX811" y="connsiteY811"/>
              </a:cxn>
              <a:cxn ang="0">
                <a:pos x="connsiteX812" y="connsiteY812"/>
              </a:cxn>
              <a:cxn ang="0">
                <a:pos x="connsiteX813" y="connsiteY813"/>
              </a:cxn>
              <a:cxn ang="0">
                <a:pos x="connsiteX814" y="connsiteY814"/>
              </a:cxn>
              <a:cxn ang="0">
                <a:pos x="connsiteX815" y="connsiteY815"/>
              </a:cxn>
              <a:cxn ang="0">
                <a:pos x="connsiteX816" y="connsiteY816"/>
              </a:cxn>
              <a:cxn ang="0">
                <a:pos x="connsiteX817" y="connsiteY817"/>
              </a:cxn>
              <a:cxn ang="0">
                <a:pos x="connsiteX818" y="connsiteY818"/>
              </a:cxn>
              <a:cxn ang="0">
                <a:pos x="connsiteX819" y="connsiteY819"/>
              </a:cxn>
              <a:cxn ang="0">
                <a:pos x="connsiteX820" y="connsiteY820"/>
              </a:cxn>
              <a:cxn ang="0">
                <a:pos x="connsiteX821" y="connsiteY821"/>
              </a:cxn>
              <a:cxn ang="0">
                <a:pos x="connsiteX822" y="connsiteY822"/>
              </a:cxn>
              <a:cxn ang="0">
                <a:pos x="connsiteX823" y="connsiteY823"/>
              </a:cxn>
              <a:cxn ang="0">
                <a:pos x="connsiteX824" y="connsiteY824"/>
              </a:cxn>
              <a:cxn ang="0">
                <a:pos x="connsiteX825" y="connsiteY825"/>
              </a:cxn>
              <a:cxn ang="0">
                <a:pos x="connsiteX826" y="connsiteY826"/>
              </a:cxn>
              <a:cxn ang="0">
                <a:pos x="connsiteX827" y="connsiteY827"/>
              </a:cxn>
              <a:cxn ang="0">
                <a:pos x="connsiteX828" y="connsiteY828"/>
              </a:cxn>
              <a:cxn ang="0">
                <a:pos x="connsiteX829" y="connsiteY829"/>
              </a:cxn>
              <a:cxn ang="0">
                <a:pos x="connsiteX830" y="connsiteY830"/>
              </a:cxn>
              <a:cxn ang="0">
                <a:pos x="connsiteX831" y="connsiteY831"/>
              </a:cxn>
              <a:cxn ang="0">
                <a:pos x="connsiteX832" y="connsiteY832"/>
              </a:cxn>
              <a:cxn ang="0">
                <a:pos x="connsiteX833" y="connsiteY833"/>
              </a:cxn>
              <a:cxn ang="0">
                <a:pos x="connsiteX834" y="connsiteY834"/>
              </a:cxn>
              <a:cxn ang="0">
                <a:pos x="connsiteX835" y="connsiteY835"/>
              </a:cxn>
              <a:cxn ang="0">
                <a:pos x="connsiteX836" y="connsiteY836"/>
              </a:cxn>
              <a:cxn ang="0">
                <a:pos x="connsiteX837" y="connsiteY837"/>
              </a:cxn>
              <a:cxn ang="0">
                <a:pos x="connsiteX838" y="connsiteY838"/>
              </a:cxn>
              <a:cxn ang="0">
                <a:pos x="connsiteX839" y="connsiteY839"/>
              </a:cxn>
              <a:cxn ang="0">
                <a:pos x="connsiteX840" y="connsiteY840"/>
              </a:cxn>
              <a:cxn ang="0">
                <a:pos x="connsiteX841" y="connsiteY841"/>
              </a:cxn>
              <a:cxn ang="0">
                <a:pos x="connsiteX842" y="connsiteY842"/>
              </a:cxn>
              <a:cxn ang="0">
                <a:pos x="connsiteX843" y="connsiteY843"/>
              </a:cxn>
              <a:cxn ang="0">
                <a:pos x="connsiteX844" y="connsiteY844"/>
              </a:cxn>
              <a:cxn ang="0">
                <a:pos x="connsiteX845" y="connsiteY845"/>
              </a:cxn>
              <a:cxn ang="0">
                <a:pos x="connsiteX846" y="connsiteY846"/>
              </a:cxn>
              <a:cxn ang="0">
                <a:pos x="connsiteX847" y="connsiteY847"/>
              </a:cxn>
              <a:cxn ang="0">
                <a:pos x="connsiteX848" y="connsiteY848"/>
              </a:cxn>
              <a:cxn ang="0">
                <a:pos x="connsiteX849" y="connsiteY849"/>
              </a:cxn>
              <a:cxn ang="0">
                <a:pos x="connsiteX850" y="connsiteY850"/>
              </a:cxn>
              <a:cxn ang="0">
                <a:pos x="connsiteX851" y="connsiteY851"/>
              </a:cxn>
              <a:cxn ang="0">
                <a:pos x="connsiteX852" y="connsiteY852"/>
              </a:cxn>
              <a:cxn ang="0">
                <a:pos x="connsiteX853" y="connsiteY853"/>
              </a:cxn>
              <a:cxn ang="0">
                <a:pos x="connsiteX854" y="connsiteY854"/>
              </a:cxn>
              <a:cxn ang="0">
                <a:pos x="connsiteX855" y="connsiteY855"/>
              </a:cxn>
              <a:cxn ang="0">
                <a:pos x="connsiteX856" y="connsiteY856"/>
              </a:cxn>
              <a:cxn ang="0">
                <a:pos x="connsiteX857" y="connsiteY857"/>
              </a:cxn>
              <a:cxn ang="0">
                <a:pos x="connsiteX858" y="connsiteY858"/>
              </a:cxn>
              <a:cxn ang="0">
                <a:pos x="connsiteX859" y="connsiteY859"/>
              </a:cxn>
              <a:cxn ang="0">
                <a:pos x="connsiteX860" y="connsiteY860"/>
              </a:cxn>
              <a:cxn ang="0">
                <a:pos x="connsiteX861" y="connsiteY861"/>
              </a:cxn>
              <a:cxn ang="0">
                <a:pos x="connsiteX862" y="connsiteY862"/>
              </a:cxn>
              <a:cxn ang="0">
                <a:pos x="connsiteX863" y="connsiteY863"/>
              </a:cxn>
              <a:cxn ang="0">
                <a:pos x="connsiteX864" y="connsiteY864"/>
              </a:cxn>
              <a:cxn ang="0">
                <a:pos x="connsiteX865" y="connsiteY865"/>
              </a:cxn>
              <a:cxn ang="0">
                <a:pos x="connsiteX866" y="connsiteY866"/>
              </a:cxn>
              <a:cxn ang="0">
                <a:pos x="connsiteX867" y="connsiteY867"/>
              </a:cxn>
              <a:cxn ang="0">
                <a:pos x="connsiteX868" y="connsiteY868"/>
              </a:cxn>
              <a:cxn ang="0">
                <a:pos x="connsiteX869" y="connsiteY869"/>
              </a:cxn>
              <a:cxn ang="0">
                <a:pos x="connsiteX870" y="connsiteY870"/>
              </a:cxn>
              <a:cxn ang="0">
                <a:pos x="connsiteX871" y="connsiteY871"/>
              </a:cxn>
              <a:cxn ang="0">
                <a:pos x="connsiteX872" y="connsiteY872"/>
              </a:cxn>
              <a:cxn ang="0">
                <a:pos x="connsiteX873" y="connsiteY873"/>
              </a:cxn>
              <a:cxn ang="0">
                <a:pos x="connsiteX874" y="connsiteY874"/>
              </a:cxn>
              <a:cxn ang="0">
                <a:pos x="connsiteX875" y="connsiteY875"/>
              </a:cxn>
              <a:cxn ang="0">
                <a:pos x="connsiteX876" y="connsiteY876"/>
              </a:cxn>
              <a:cxn ang="0">
                <a:pos x="connsiteX877" y="connsiteY877"/>
              </a:cxn>
              <a:cxn ang="0">
                <a:pos x="connsiteX878" y="connsiteY878"/>
              </a:cxn>
              <a:cxn ang="0">
                <a:pos x="connsiteX879" y="connsiteY879"/>
              </a:cxn>
              <a:cxn ang="0">
                <a:pos x="connsiteX880" y="connsiteY880"/>
              </a:cxn>
              <a:cxn ang="0">
                <a:pos x="connsiteX881" y="connsiteY881"/>
              </a:cxn>
              <a:cxn ang="0">
                <a:pos x="connsiteX882" y="connsiteY882"/>
              </a:cxn>
              <a:cxn ang="0">
                <a:pos x="connsiteX883" y="connsiteY883"/>
              </a:cxn>
              <a:cxn ang="0">
                <a:pos x="connsiteX884" y="connsiteY884"/>
              </a:cxn>
              <a:cxn ang="0">
                <a:pos x="connsiteX885" y="connsiteY885"/>
              </a:cxn>
              <a:cxn ang="0">
                <a:pos x="connsiteX886" y="connsiteY886"/>
              </a:cxn>
              <a:cxn ang="0">
                <a:pos x="connsiteX887" y="connsiteY887"/>
              </a:cxn>
              <a:cxn ang="0">
                <a:pos x="connsiteX888" y="connsiteY888"/>
              </a:cxn>
              <a:cxn ang="0">
                <a:pos x="connsiteX889" y="connsiteY889"/>
              </a:cxn>
              <a:cxn ang="0">
                <a:pos x="connsiteX890" y="connsiteY890"/>
              </a:cxn>
              <a:cxn ang="0">
                <a:pos x="connsiteX891" y="connsiteY891"/>
              </a:cxn>
              <a:cxn ang="0">
                <a:pos x="connsiteX892" y="connsiteY892"/>
              </a:cxn>
              <a:cxn ang="0">
                <a:pos x="connsiteX893" y="connsiteY893"/>
              </a:cxn>
              <a:cxn ang="0">
                <a:pos x="connsiteX894" y="connsiteY894"/>
              </a:cxn>
              <a:cxn ang="0">
                <a:pos x="connsiteX895" y="connsiteY895"/>
              </a:cxn>
              <a:cxn ang="0">
                <a:pos x="connsiteX896" y="connsiteY896"/>
              </a:cxn>
              <a:cxn ang="0">
                <a:pos x="connsiteX897" y="connsiteY897"/>
              </a:cxn>
              <a:cxn ang="0">
                <a:pos x="connsiteX898" y="connsiteY898"/>
              </a:cxn>
              <a:cxn ang="0">
                <a:pos x="connsiteX899" y="connsiteY899"/>
              </a:cxn>
              <a:cxn ang="0">
                <a:pos x="connsiteX900" y="connsiteY900"/>
              </a:cxn>
              <a:cxn ang="0">
                <a:pos x="connsiteX901" y="connsiteY901"/>
              </a:cxn>
              <a:cxn ang="0">
                <a:pos x="connsiteX902" y="connsiteY902"/>
              </a:cxn>
              <a:cxn ang="0">
                <a:pos x="connsiteX903" y="connsiteY903"/>
              </a:cxn>
              <a:cxn ang="0">
                <a:pos x="connsiteX904" y="connsiteY904"/>
              </a:cxn>
              <a:cxn ang="0">
                <a:pos x="connsiteX905" y="connsiteY905"/>
              </a:cxn>
              <a:cxn ang="0">
                <a:pos x="connsiteX906" y="connsiteY906"/>
              </a:cxn>
              <a:cxn ang="0">
                <a:pos x="connsiteX907" y="connsiteY907"/>
              </a:cxn>
              <a:cxn ang="0">
                <a:pos x="connsiteX908" y="connsiteY908"/>
              </a:cxn>
              <a:cxn ang="0">
                <a:pos x="connsiteX909" y="connsiteY909"/>
              </a:cxn>
              <a:cxn ang="0">
                <a:pos x="connsiteX910" y="connsiteY910"/>
              </a:cxn>
              <a:cxn ang="0">
                <a:pos x="connsiteX911" y="connsiteY911"/>
              </a:cxn>
              <a:cxn ang="0">
                <a:pos x="connsiteX912" y="connsiteY912"/>
              </a:cxn>
              <a:cxn ang="0">
                <a:pos x="connsiteX913" y="connsiteY913"/>
              </a:cxn>
              <a:cxn ang="0">
                <a:pos x="connsiteX914" y="connsiteY914"/>
              </a:cxn>
              <a:cxn ang="0">
                <a:pos x="connsiteX915" y="connsiteY915"/>
              </a:cxn>
              <a:cxn ang="0">
                <a:pos x="connsiteX916" y="connsiteY916"/>
              </a:cxn>
              <a:cxn ang="0">
                <a:pos x="connsiteX917" y="connsiteY917"/>
              </a:cxn>
              <a:cxn ang="0">
                <a:pos x="connsiteX918" y="connsiteY918"/>
              </a:cxn>
              <a:cxn ang="0">
                <a:pos x="connsiteX919" y="connsiteY919"/>
              </a:cxn>
              <a:cxn ang="0">
                <a:pos x="connsiteX920" y="connsiteY920"/>
              </a:cxn>
              <a:cxn ang="0">
                <a:pos x="connsiteX921" y="connsiteY921"/>
              </a:cxn>
              <a:cxn ang="0">
                <a:pos x="connsiteX922" y="connsiteY922"/>
              </a:cxn>
              <a:cxn ang="0">
                <a:pos x="connsiteX923" y="connsiteY923"/>
              </a:cxn>
              <a:cxn ang="0">
                <a:pos x="connsiteX924" y="connsiteY924"/>
              </a:cxn>
              <a:cxn ang="0">
                <a:pos x="connsiteX925" y="connsiteY925"/>
              </a:cxn>
              <a:cxn ang="0">
                <a:pos x="connsiteX926" y="connsiteY926"/>
              </a:cxn>
              <a:cxn ang="0">
                <a:pos x="connsiteX927" y="connsiteY927"/>
              </a:cxn>
              <a:cxn ang="0">
                <a:pos x="connsiteX928" y="connsiteY928"/>
              </a:cxn>
              <a:cxn ang="0">
                <a:pos x="connsiteX929" y="connsiteY929"/>
              </a:cxn>
              <a:cxn ang="0">
                <a:pos x="connsiteX930" y="connsiteY930"/>
              </a:cxn>
              <a:cxn ang="0">
                <a:pos x="connsiteX931" y="connsiteY931"/>
              </a:cxn>
              <a:cxn ang="0">
                <a:pos x="connsiteX932" y="connsiteY932"/>
              </a:cxn>
              <a:cxn ang="0">
                <a:pos x="connsiteX933" y="connsiteY933"/>
              </a:cxn>
              <a:cxn ang="0">
                <a:pos x="connsiteX934" y="connsiteY934"/>
              </a:cxn>
              <a:cxn ang="0">
                <a:pos x="connsiteX935" y="connsiteY935"/>
              </a:cxn>
              <a:cxn ang="0">
                <a:pos x="connsiteX936" y="connsiteY936"/>
              </a:cxn>
              <a:cxn ang="0">
                <a:pos x="connsiteX937" y="connsiteY937"/>
              </a:cxn>
              <a:cxn ang="0">
                <a:pos x="connsiteX938" y="connsiteY938"/>
              </a:cxn>
              <a:cxn ang="0">
                <a:pos x="connsiteX939" y="connsiteY939"/>
              </a:cxn>
              <a:cxn ang="0">
                <a:pos x="connsiteX940" y="connsiteY940"/>
              </a:cxn>
              <a:cxn ang="0">
                <a:pos x="connsiteX941" y="connsiteY941"/>
              </a:cxn>
              <a:cxn ang="0">
                <a:pos x="connsiteX942" y="connsiteY942"/>
              </a:cxn>
              <a:cxn ang="0">
                <a:pos x="connsiteX943" y="connsiteY943"/>
              </a:cxn>
              <a:cxn ang="0">
                <a:pos x="connsiteX944" y="connsiteY944"/>
              </a:cxn>
              <a:cxn ang="0">
                <a:pos x="connsiteX945" y="connsiteY945"/>
              </a:cxn>
              <a:cxn ang="0">
                <a:pos x="connsiteX946" y="connsiteY946"/>
              </a:cxn>
              <a:cxn ang="0">
                <a:pos x="connsiteX947" y="connsiteY947"/>
              </a:cxn>
              <a:cxn ang="0">
                <a:pos x="connsiteX948" y="connsiteY948"/>
              </a:cxn>
              <a:cxn ang="0">
                <a:pos x="connsiteX949" y="connsiteY949"/>
              </a:cxn>
              <a:cxn ang="0">
                <a:pos x="connsiteX950" y="connsiteY950"/>
              </a:cxn>
              <a:cxn ang="0">
                <a:pos x="connsiteX951" y="connsiteY951"/>
              </a:cxn>
              <a:cxn ang="0">
                <a:pos x="connsiteX952" y="connsiteY952"/>
              </a:cxn>
              <a:cxn ang="0">
                <a:pos x="connsiteX953" y="connsiteY953"/>
              </a:cxn>
              <a:cxn ang="0">
                <a:pos x="connsiteX954" y="connsiteY954"/>
              </a:cxn>
              <a:cxn ang="0">
                <a:pos x="connsiteX955" y="connsiteY955"/>
              </a:cxn>
              <a:cxn ang="0">
                <a:pos x="connsiteX956" y="connsiteY956"/>
              </a:cxn>
              <a:cxn ang="0">
                <a:pos x="connsiteX957" y="connsiteY957"/>
              </a:cxn>
              <a:cxn ang="0">
                <a:pos x="connsiteX958" y="connsiteY958"/>
              </a:cxn>
              <a:cxn ang="0">
                <a:pos x="connsiteX959" y="connsiteY959"/>
              </a:cxn>
              <a:cxn ang="0">
                <a:pos x="connsiteX960" y="connsiteY960"/>
              </a:cxn>
              <a:cxn ang="0">
                <a:pos x="connsiteX961" y="connsiteY961"/>
              </a:cxn>
              <a:cxn ang="0">
                <a:pos x="connsiteX962" y="connsiteY962"/>
              </a:cxn>
              <a:cxn ang="0">
                <a:pos x="connsiteX963" y="connsiteY963"/>
              </a:cxn>
              <a:cxn ang="0">
                <a:pos x="connsiteX964" y="connsiteY964"/>
              </a:cxn>
              <a:cxn ang="0">
                <a:pos x="connsiteX965" y="connsiteY965"/>
              </a:cxn>
              <a:cxn ang="0">
                <a:pos x="connsiteX966" y="connsiteY966"/>
              </a:cxn>
              <a:cxn ang="0">
                <a:pos x="connsiteX967" y="connsiteY967"/>
              </a:cxn>
              <a:cxn ang="0">
                <a:pos x="connsiteX968" y="connsiteY968"/>
              </a:cxn>
              <a:cxn ang="0">
                <a:pos x="connsiteX969" y="connsiteY969"/>
              </a:cxn>
              <a:cxn ang="0">
                <a:pos x="connsiteX970" y="connsiteY970"/>
              </a:cxn>
              <a:cxn ang="0">
                <a:pos x="connsiteX971" y="connsiteY971"/>
              </a:cxn>
              <a:cxn ang="0">
                <a:pos x="connsiteX972" y="connsiteY972"/>
              </a:cxn>
              <a:cxn ang="0">
                <a:pos x="connsiteX973" y="connsiteY973"/>
              </a:cxn>
              <a:cxn ang="0">
                <a:pos x="connsiteX974" y="connsiteY974"/>
              </a:cxn>
              <a:cxn ang="0">
                <a:pos x="connsiteX975" y="connsiteY975"/>
              </a:cxn>
              <a:cxn ang="0">
                <a:pos x="connsiteX976" y="connsiteY976"/>
              </a:cxn>
              <a:cxn ang="0">
                <a:pos x="connsiteX977" y="connsiteY977"/>
              </a:cxn>
              <a:cxn ang="0">
                <a:pos x="connsiteX978" y="connsiteY978"/>
              </a:cxn>
              <a:cxn ang="0">
                <a:pos x="connsiteX979" y="connsiteY979"/>
              </a:cxn>
              <a:cxn ang="0">
                <a:pos x="connsiteX980" y="connsiteY980"/>
              </a:cxn>
              <a:cxn ang="0">
                <a:pos x="connsiteX981" y="connsiteY981"/>
              </a:cxn>
              <a:cxn ang="0">
                <a:pos x="connsiteX982" y="connsiteY982"/>
              </a:cxn>
              <a:cxn ang="0">
                <a:pos x="connsiteX983" y="connsiteY983"/>
              </a:cxn>
              <a:cxn ang="0">
                <a:pos x="connsiteX984" y="connsiteY984"/>
              </a:cxn>
              <a:cxn ang="0">
                <a:pos x="connsiteX985" y="connsiteY985"/>
              </a:cxn>
              <a:cxn ang="0">
                <a:pos x="connsiteX986" y="connsiteY986"/>
              </a:cxn>
              <a:cxn ang="0">
                <a:pos x="connsiteX987" y="connsiteY987"/>
              </a:cxn>
              <a:cxn ang="0">
                <a:pos x="connsiteX988" y="connsiteY988"/>
              </a:cxn>
              <a:cxn ang="0">
                <a:pos x="connsiteX989" y="connsiteY989"/>
              </a:cxn>
              <a:cxn ang="0">
                <a:pos x="connsiteX990" y="connsiteY990"/>
              </a:cxn>
              <a:cxn ang="0">
                <a:pos x="connsiteX991" y="connsiteY991"/>
              </a:cxn>
              <a:cxn ang="0">
                <a:pos x="connsiteX992" y="connsiteY992"/>
              </a:cxn>
              <a:cxn ang="0">
                <a:pos x="connsiteX993" y="connsiteY993"/>
              </a:cxn>
              <a:cxn ang="0">
                <a:pos x="connsiteX994" y="connsiteY994"/>
              </a:cxn>
              <a:cxn ang="0">
                <a:pos x="connsiteX995" y="connsiteY995"/>
              </a:cxn>
              <a:cxn ang="0">
                <a:pos x="connsiteX996" y="connsiteY996"/>
              </a:cxn>
              <a:cxn ang="0">
                <a:pos x="connsiteX997" y="connsiteY997"/>
              </a:cxn>
              <a:cxn ang="0">
                <a:pos x="connsiteX998" y="connsiteY998"/>
              </a:cxn>
              <a:cxn ang="0">
                <a:pos x="connsiteX999" y="connsiteY999"/>
              </a:cxn>
              <a:cxn ang="0">
                <a:pos x="connsiteX1000" y="connsiteY1000"/>
              </a:cxn>
              <a:cxn ang="0">
                <a:pos x="connsiteX1001" y="connsiteY1001"/>
              </a:cxn>
              <a:cxn ang="0">
                <a:pos x="connsiteX1002" y="connsiteY1002"/>
              </a:cxn>
              <a:cxn ang="0">
                <a:pos x="connsiteX1003" y="connsiteY1003"/>
              </a:cxn>
              <a:cxn ang="0">
                <a:pos x="connsiteX1004" y="connsiteY1004"/>
              </a:cxn>
              <a:cxn ang="0">
                <a:pos x="connsiteX1005" y="connsiteY1005"/>
              </a:cxn>
              <a:cxn ang="0">
                <a:pos x="connsiteX1006" y="connsiteY1006"/>
              </a:cxn>
              <a:cxn ang="0">
                <a:pos x="connsiteX1007" y="connsiteY1007"/>
              </a:cxn>
              <a:cxn ang="0">
                <a:pos x="connsiteX1008" y="connsiteY1008"/>
              </a:cxn>
              <a:cxn ang="0">
                <a:pos x="connsiteX1009" y="connsiteY1009"/>
              </a:cxn>
              <a:cxn ang="0">
                <a:pos x="connsiteX1010" y="connsiteY1010"/>
              </a:cxn>
              <a:cxn ang="0">
                <a:pos x="connsiteX1011" y="connsiteY1011"/>
              </a:cxn>
              <a:cxn ang="0">
                <a:pos x="connsiteX1012" y="connsiteY1012"/>
              </a:cxn>
              <a:cxn ang="0">
                <a:pos x="connsiteX1013" y="connsiteY1013"/>
              </a:cxn>
              <a:cxn ang="0">
                <a:pos x="connsiteX1014" y="connsiteY1014"/>
              </a:cxn>
              <a:cxn ang="0">
                <a:pos x="connsiteX1015" y="connsiteY1015"/>
              </a:cxn>
              <a:cxn ang="0">
                <a:pos x="connsiteX1016" y="connsiteY1016"/>
              </a:cxn>
              <a:cxn ang="0">
                <a:pos x="connsiteX1017" y="connsiteY1017"/>
              </a:cxn>
              <a:cxn ang="0">
                <a:pos x="connsiteX1018" y="connsiteY1018"/>
              </a:cxn>
              <a:cxn ang="0">
                <a:pos x="connsiteX1019" y="connsiteY1019"/>
              </a:cxn>
              <a:cxn ang="0">
                <a:pos x="connsiteX1020" y="connsiteY1020"/>
              </a:cxn>
              <a:cxn ang="0">
                <a:pos x="connsiteX1021" y="connsiteY1021"/>
              </a:cxn>
              <a:cxn ang="0">
                <a:pos x="connsiteX1022" y="connsiteY1022"/>
              </a:cxn>
              <a:cxn ang="0">
                <a:pos x="connsiteX1023" y="connsiteY1023"/>
              </a:cxn>
              <a:cxn ang="0">
                <a:pos x="connsiteX1024" y="connsiteY1024"/>
              </a:cxn>
              <a:cxn ang="0">
                <a:pos x="connsiteX1025" y="connsiteY1025"/>
              </a:cxn>
              <a:cxn ang="0">
                <a:pos x="connsiteX1026" y="connsiteY1026"/>
              </a:cxn>
              <a:cxn ang="0">
                <a:pos x="connsiteX1027" y="connsiteY1027"/>
              </a:cxn>
              <a:cxn ang="0">
                <a:pos x="connsiteX1028" y="connsiteY1028"/>
              </a:cxn>
              <a:cxn ang="0">
                <a:pos x="connsiteX1029" y="connsiteY1029"/>
              </a:cxn>
              <a:cxn ang="0">
                <a:pos x="connsiteX1030" y="connsiteY1030"/>
              </a:cxn>
              <a:cxn ang="0">
                <a:pos x="connsiteX1031" y="connsiteY1031"/>
              </a:cxn>
              <a:cxn ang="0">
                <a:pos x="connsiteX1032" y="connsiteY1032"/>
              </a:cxn>
              <a:cxn ang="0">
                <a:pos x="connsiteX1033" y="connsiteY1033"/>
              </a:cxn>
              <a:cxn ang="0">
                <a:pos x="connsiteX1034" y="connsiteY1034"/>
              </a:cxn>
              <a:cxn ang="0">
                <a:pos x="connsiteX1035" y="connsiteY1035"/>
              </a:cxn>
              <a:cxn ang="0">
                <a:pos x="connsiteX1036" y="connsiteY1036"/>
              </a:cxn>
              <a:cxn ang="0">
                <a:pos x="connsiteX1037" y="connsiteY1037"/>
              </a:cxn>
              <a:cxn ang="0">
                <a:pos x="connsiteX1038" y="connsiteY1038"/>
              </a:cxn>
              <a:cxn ang="0">
                <a:pos x="connsiteX1039" y="connsiteY1039"/>
              </a:cxn>
              <a:cxn ang="0">
                <a:pos x="connsiteX1040" y="connsiteY1040"/>
              </a:cxn>
              <a:cxn ang="0">
                <a:pos x="connsiteX1041" y="connsiteY1041"/>
              </a:cxn>
              <a:cxn ang="0">
                <a:pos x="connsiteX1042" y="connsiteY1042"/>
              </a:cxn>
              <a:cxn ang="0">
                <a:pos x="connsiteX1043" y="connsiteY1043"/>
              </a:cxn>
              <a:cxn ang="0">
                <a:pos x="connsiteX1044" y="connsiteY1044"/>
              </a:cxn>
              <a:cxn ang="0">
                <a:pos x="connsiteX1045" y="connsiteY1045"/>
              </a:cxn>
              <a:cxn ang="0">
                <a:pos x="connsiteX1046" y="connsiteY1046"/>
              </a:cxn>
              <a:cxn ang="0">
                <a:pos x="connsiteX1047" y="connsiteY1047"/>
              </a:cxn>
              <a:cxn ang="0">
                <a:pos x="connsiteX1048" y="connsiteY1048"/>
              </a:cxn>
              <a:cxn ang="0">
                <a:pos x="connsiteX1049" y="connsiteY1049"/>
              </a:cxn>
              <a:cxn ang="0">
                <a:pos x="connsiteX1050" y="connsiteY1050"/>
              </a:cxn>
              <a:cxn ang="0">
                <a:pos x="connsiteX1051" y="connsiteY1051"/>
              </a:cxn>
              <a:cxn ang="0">
                <a:pos x="connsiteX1052" y="connsiteY1052"/>
              </a:cxn>
              <a:cxn ang="0">
                <a:pos x="connsiteX1053" y="connsiteY1053"/>
              </a:cxn>
              <a:cxn ang="0">
                <a:pos x="connsiteX1054" y="connsiteY1054"/>
              </a:cxn>
              <a:cxn ang="0">
                <a:pos x="connsiteX1055" y="connsiteY1055"/>
              </a:cxn>
              <a:cxn ang="0">
                <a:pos x="connsiteX1056" y="connsiteY1056"/>
              </a:cxn>
              <a:cxn ang="0">
                <a:pos x="connsiteX1057" y="connsiteY1057"/>
              </a:cxn>
              <a:cxn ang="0">
                <a:pos x="connsiteX1058" y="connsiteY1058"/>
              </a:cxn>
              <a:cxn ang="0">
                <a:pos x="connsiteX1059" y="connsiteY1059"/>
              </a:cxn>
              <a:cxn ang="0">
                <a:pos x="connsiteX1060" y="connsiteY1060"/>
              </a:cxn>
              <a:cxn ang="0">
                <a:pos x="connsiteX1061" y="connsiteY1061"/>
              </a:cxn>
              <a:cxn ang="0">
                <a:pos x="connsiteX1062" y="connsiteY1062"/>
              </a:cxn>
              <a:cxn ang="0">
                <a:pos x="connsiteX1063" y="connsiteY1063"/>
              </a:cxn>
              <a:cxn ang="0">
                <a:pos x="connsiteX1064" y="connsiteY1064"/>
              </a:cxn>
              <a:cxn ang="0">
                <a:pos x="connsiteX1065" y="connsiteY1065"/>
              </a:cxn>
              <a:cxn ang="0">
                <a:pos x="connsiteX1066" y="connsiteY1066"/>
              </a:cxn>
              <a:cxn ang="0">
                <a:pos x="connsiteX1067" y="connsiteY1067"/>
              </a:cxn>
              <a:cxn ang="0">
                <a:pos x="connsiteX1068" y="connsiteY1068"/>
              </a:cxn>
            </a:cxnLst>
            <a:rect l="l" t="t" r="r" b="b"/>
            <a:pathLst>
              <a:path w="12192000" h="4267200">
                <a:moveTo>
                  <a:pt x="2537169" y="4125568"/>
                </a:moveTo>
                <a:cubicBezTo>
                  <a:pt x="2788218" y="4126068"/>
                  <a:pt x="3025872" y="4161336"/>
                  <a:pt x="3246267" y="4262961"/>
                </a:cubicBezTo>
                <a:lnTo>
                  <a:pt x="3253970" y="4267200"/>
                </a:lnTo>
                <a:lnTo>
                  <a:pt x="3071791" y="4267200"/>
                </a:lnTo>
                <a:lnTo>
                  <a:pt x="2975095" y="4243356"/>
                </a:lnTo>
                <a:cubicBezTo>
                  <a:pt x="2862058" y="4220032"/>
                  <a:pt x="2745568" y="4209031"/>
                  <a:pt x="2626982" y="4206450"/>
                </a:cubicBezTo>
                <a:cubicBezTo>
                  <a:pt x="2581807" y="4205467"/>
                  <a:pt x="2536327" y="4205706"/>
                  <a:pt x="2490617" y="4206951"/>
                </a:cubicBezTo>
                <a:cubicBezTo>
                  <a:pt x="2601507" y="4219748"/>
                  <a:pt x="2711611" y="4236309"/>
                  <a:pt x="2819869" y="4252936"/>
                </a:cubicBezTo>
                <a:lnTo>
                  <a:pt x="2900997" y="4267200"/>
                </a:lnTo>
                <a:lnTo>
                  <a:pt x="2705858" y="4267200"/>
                </a:lnTo>
                <a:lnTo>
                  <a:pt x="2561467" y="4246270"/>
                </a:lnTo>
                <a:cubicBezTo>
                  <a:pt x="2476258" y="4235123"/>
                  <a:pt x="2390533" y="4225627"/>
                  <a:pt x="2305292" y="4219492"/>
                </a:cubicBezTo>
                <a:lnTo>
                  <a:pt x="2409349" y="4267200"/>
                </a:lnTo>
                <a:lnTo>
                  <a:pt x="2266705" y="4267200"/>
                </a:lnTo>
                <a:lnTo>
                  <a:pt x="2183576" y="4227150"/>
                </a:lnTo>
                <a:cubicBezTo>
                  <a:pt x="2170260" y="4220226"/>
                  <a:pt x="2115765" y="4150220"/>
                  <a:pt x="2151029" y="4146947"/>
                </a:cubicBezTo>
                <a:cubicBezTo>
                  <a:pt x="2282770" y="4133761"/>
                  <a:pt x="2411644" y="4125319"/>
                  <a:pt x="2537169" y="4125568"/>
                </a:cubicBezTo>
                <a:close/>
                <a:moveTo>
                  <a:pt x="9258094" y="3958602"/>
                </a:moveTo>
                <a:cubicBezTo>
                  <a:pt x="9013678" y="4006086"/>
                  <a:pt x="8768731" y="4060051"/>
                  <a:pt x="8526712" y="4119804"/>
                </a:cubicBezTo>
                <a:cubicBezTo>
                  <a:pt x="8781748" y="4123003"/>
                  <a:pt x="9026494" y="4069940"/>
                  <a:pt x="9258094" y="3958602"/>
                </a:cubicBezTo>
                <a:close/>
                <a:moveTo>
                  <a:pt x="9168987" y="3919232"/>
                </a:moveTo>
                <a:cubicBezTo>
                  <a:pt x="8975366" y="3912045"/>
                  <a:pt x="8788341" y="3989836"/>
                  <a:pt x="8603910" y="4068895"/>
                </a:cubicBezTo>
                <a:cubicBezTo>
                  <a:pt x="8818554" y="4017452"/>
                  <a:pt x="9035976" y="3970366"/>
                  <a:pt x="9252382" y="3927759"/>
                </a:cubicBezTo>
                <a:cubicBezTo>
                  <a:pt x="9224441" y="3923020"/>
                  <a:pt x="9196646" y="3920259"/>
                  <a:pt x="9168987" y="3919232"/>
                </a:cubicBezTo>
                <a:close/>
                <a:moveTo>
                  <a:pt x="1635889" y="3709494"/>
                </a:moveTo>
                <a:lnTo>
                  <a:pt x="1634800" y="3731111"/>
                </a:lnTo>
                <a:cubicBezTo>
                  <a:pt x="1634800" y="3731111"/>
                  <a:pt x="1635342" y="3716795"/>
                  <a:pt x="1635889" y="3709494"/>
                </a:cubicBezTo>
                <a:close/>
                <a:moveTo>
                  <a:pt x="3174829" y="3620110"/>
                </a:moveTo>
                <a:cubicBezTo>
                  <a:pt x="3177710" y="3619202"/>
                  <a:pt x="3182308" y="3620648"/>
                  <a:pt x="3189263" y="3625726"/>
                </a:cubicBezTo>
                <a:cubicBezTo>
                  <a:pt x="3348177" y="3744655"/>
                  <a:pt x="3463235" y="3908187"/>
                  <a:pt x="3560912" y="4079863"/>
                </a:cubicBezTo>
                <a:cubicBezTo>
                  <a:pt x="3582321" y="4117314"/>
                  <a:pt x="3599153" y="4153173"/>
                  <a:pt x="3611854" y="4188366"/>
                </a:cubicBezTo>
                <a:lnTo>
                  <a:pt x="3631583" y="4267200"/>
                </a:lnTo>
                <a:lnTo>
                  <a:pt x="3575699" y="4267200"/>
                </a:lnTo>
                <a:lnTo>
                  <a:pt x="3575567" y="4263588"/>
                </a:lnTo>
                <a:cubicBezTo>
                  <a:pt x="3563792" y="4170010"/>
                  <a:pt x="3527316" y="4081090"/>
                  <a:pt x="3467355" y="3988130"/>
                </a:cubicBezTo>
                <a:cubicBezTo>
                  <a:pt x="3420192" y="3915029"/>
                  <a:pt x="3371016" y="3849934"/>
                  <a:pt x="3310753" y="3787140"/>
                </a:cubicBezTo>
                <a:cubicBezTo>
                  <a:pt x="3303466" y="3779509"/>
                  <a:pt x="3297626" y="3773227"/>
                  <a:pt x="3291335" y="3767420"/>
                </a:cubicBezTo>
                <a:cubicBezTo>
                  <a:pt x="3324815" y="3824296"/>
                  <a:pt x="3358740" y="3880691"/>
                  <a:pt x="3390805" y="3937163"/>
                </a:cubicBezTo>
                <a:cubicBezTo>
                  <a:pt x="3450145" y="4040978"/>
                  <a:pt x="3506325" y="4144397"/>
                  <a:pt x="3545740" y="4251102"/>
                </a:cubicBezTo>
                <a:lnTo>
                  <a:pt x="3550709" y="4267200"/>
                </a:lnTo>
                <a:lnTo>
                  <a:pt x="3513586" y="4267200"/>
                </a:lnTo>
                <a:lnTo>
                  <a:pt x="3470728" y="4152456"/>
                </a:lnTo>
                <a:cubicBezTo>
                  <a:pt x="3439124" y="4085665"/>
                  <a:pt x="3402484" y="4019598"/>
                  <a:pt x="3364433" y="3953121"/>
                </a:cubicBezTo>
                <a:lnTo>
                  <a:pt x="3316479" y="3872136"/>
                </a:lnTo>
                <a:lnTo>
                  <a:pt x="3504482" y="4267200"/>
                </a:lnTo>
                <a:lnTo>
                  <a:pt x="3467547" y="4267200"/>
                </a:lnTo>
                <a:lnTo>
                  <a:pt x="3177952" y="3657386"/>
                </a:lnTo>
                <a:cubicBezTo>
                  <a:pt x="3172991" y="3646754"/>
                  <a:pt x="3166185" y="3622836"/>
                  <a:pt x="3174829" y="3620110"/>
                </a:cubicBezTo>
                <a:close/>
                <a:moveTo>
                  <a:pt x="11279315" y="3618448"/>
                </a:moveTo>
                <a:cubicBezTo>
                  <a:pt x="11299830" y="3614620"/>
                  <a:pt x="11318737" y="3618623"/>
                  <a:pt x="11317765" y="3638405"/>
                </a:cubicBezTo>
                <a:cubicBezTo>
                  <a:pt x="11309587" y="3820966"/>
                  <a:pt x="11315203" y="4012597"/>
                  <a:pt x="11304886" y="4200582"/>
                </a:cubicBezTo>
                <a:lnTo>
                  <a:pt x="11298904" y="4267200"/>
                </a:lnTo>
                <a:lnTo>
                  <a:pt x="11213088" y="4267200"/>
                </a:lnTo>
                <a:lnTo>
                  <a:pt x="11219157" y="4210725"/>
                </a:lnTo>
                <a:cubicBezTo>
                  <a:pt x="11223807" y="4119600"/>
                  <a:pt x="11224640" y="4027718"/>
                  <a:pt x="11225213" y="3936722"/>
                </a:cubicBezTo>
                <a:cubicBezTo>
                  <a:pt x="11207028" y="4022695"/>
                  <a:pt x="11194593" y="4110355"/>
                  <a:pt x="11182914" y="4196771"/>
                </a:cubicBezTo>
                <a:lnTo>
                  <a:pt x="11172266" y="4267200"/>
                </a:lnTo>
                <a:lnTo>
                  <a:pt x="11140975" y="4267200"/>
                </a:lnTo>
                <a:lnTo>
                  <a:pt x="11152239" y="4192628"/>
                </a:lnTo>
                <a:cubicBezTo>
                  <a:pt x="11165272" y="4096160"/>
                  <a:pt x="11178361" y="3997344"/>
                  <a:pt x="11201005" y="3900089"/>
                </a:cubicBezTo>
                <a:cubicBezTo>
                  <a:pt x="11166930" y="3979173"/>
                  <a:pt x="11134730" y="4058831"/>
                  <a:pt x="11105754" y="4139192"/>
                </a:cubicBezTo>
                <a:lnTo>
                  <a:pt x="11065821" y="4267200"/>
                </a:lnTo>
                <a:lnTo>
                  <a:pt x="10978133" y="4267200"/>
                </a:lnTo>
                <a:lnTo>
                  <a:pt x="11088889" y="3963916"/>
                </a:lnTo>
                <a:cubicBezTo>
                  <a:pt x="11133459" y="3856779"/>
                  <a:pt x="11181967" y="3750740"/>
                  <a:pt x="11231212" y="3645474"/>
                </a:cubicBezTo>
                <a:cubicBezTo>
                  <a:pt x="11236675" y="3633934"/>
                  <a:pt x="11258799" y="3622276"/>
                  <a:pt x="11279315" y="3618448"/>
                </a:cubicBezTo>
                <a:close/>
                <a:moveTo>
                  <a:pt x="10296877" y="3526602"/>
                </a:moveTo>
                <a:cubicBezTo>
                  <a:pt x="10305089" y="3527517"/>
                  <a:pt x="10311503" y="3531079"/>
                  <a:pt x="10314210" y="3538353"/>
                </a:cubicBezTo>
                <a:cubicBezTo>
                  <a:pt x="10361472" y="3659113"/>
                  <a:pt x="10407318" y="3780392"/>
                  <a:pt x="10450858" y="3902477"/>
                </a:cubicBezTo>
                <a:lnTo>
                  <a:pt x="10572255" y="4267200"/>
                </a:lnTo>
                <a:lnTo>
                  <a:pt x="10477642" y="4267200"/>
                </a:lnTo>
                <a:lnTo>
                  <a:pt x="10436479" y="4144570"/>
                </a:lnTo>
                <a:cubicBezTo>
                  <a:pt x="10386976" y="3995354"/>
                  <a:pt x="10333255" y="3848072"/>
                  <a:pt x="10277529" y="3701307"/>
                </a:cubicBezTo>
                <a:cubicBezTo>
                  <a:pt x="10277467" y="3703640"/>
                  <a:pt x="10276853" y="3706334"/>
                  <a:pt x="10276797" y="3708672"/>
                </a:cubicBezTo>
                <a:cubicBezTo>
                  <a:pt x="10284209" y="3854149"/>
                  <a:pt x="10331835" y="3999199"/>
                  <a:pt x="10385906" y="4147031"/>
                </a:cubicBezTo>
                <a:lnTo>
                  <a:pt x="10431445" y="4267200"/>
                </a:lnTo>
                <a:lnTo>
                  <a:pt x="10398237" y="4267200"/>
                </a:lnTo>
                <a:lnTo>
                  <a:pt x="10356661" y="4157302"/>
                </a:lnTo>
                <a:cubicBezTo>
                  <a:pt x="10321871" y="4061517"/>
                  <a:pt x="10289232" y="3966669"/>
                  <a:pt x="10268559" y="3871054"/>
                </a:cubicBezTo>
                <a:cubicBezTo>
                  <a:pt x="10272790" y="3985997"/>
                  <a:pt x="10299544" y="4094770"/>
                  <a:pt x="10340065" y="4201637"/>
                </a:cubicBezTo>
                <a:lnTo>
                  <a:pt x="10368861" y="4267200"/>
                </a:lnTo>
                <a:lnTo>
                  <a:pt x="10267862" y="4267200"/>
                </a:lnTo>
                <a:lnTo>
                  <a:pt x="10236210" y="4185635"/>
                </a:lnTo>
                <a:cubicBezTo>
                  <a:pt x="10169925" y="3991261"/>
                  <a:pt x="10150284" y="3789583"/>
                  <a:pt x="10225980" y="3561061"/>
                </a:cubicBezTo>
                <a:cubicBezTo>
                  <a:pt x="10231424" y="3544935"/>
                  <a:pt x="10272241" y="3523857"/>
                  <a:pt x="10296877" y="3526602"/>
                </a:cubicBezTo>
                <a:close/>
                <a:moveTo>
                  <a:pt x="3429186" y="3458784"/>
                </a:moveTo>
                <a:cubicBezTo>
                  <a:pt x="3434043" y="3458424"/>
                  <a:pt x="3439865" y="3459167"/>
                  <a:pt x="3446761" y="3461278"/>
                </a:cubicBezTo>
                <a:cubicBezTo>
                  <a:pt x="3801752" y="3568638"/>
                  <a:pt x="4119982" y="3746863"/>
                  <a:pt x="4419733" y="3963555"/>
                </a:cubicBezTo>
                <a:cubicBezTo>
                  <a:pt x="4508451" y="4027538"/>
                  <a:pt x="4593765" y="4093753"/>
                  <a:pt x="4659448" y="4172746"/>
                </a:cubicBezTo>
                <a:lnTo>
                  <a:pt x="4719140" y="4267200"/>
                </a:lnTo>
                <a:lnTo>
                  <a:pt x="4641222" y="4267200"/>
                </a:lnTo>
                <a:lnTo>
                  <a:pt x="4599968" y="4207074"/>
                </a:lnTo>
                <a:cubicBezTo>
                  <a:pt x="4478590" y="4057581"/>
                  <a:pt x="4278987" y="3946713"/>
                  <a:pt x="4136093" y="3858466"/>
                </a:cubicBezTo>
                <a:cubicBezTo>
                  <a:pt x="3985171" y="3764831"/>
                  <a:pt x="3831168" y="3687155"/>
                  <a:pt x="3670252" y="3622798"/>
                </a:cubicBezTo>
                <a:lnTo>
                  <a:pt x="3817258" y="3723577"/>
                </a:lnTo>
                <a:cubicBezTo>
                  <a:pt x="3878082" y="3765387"/>
                  <a:pt x="3941278" y="3808498"/>
                  <a:pt x="4000461" y="3855966"/>
                </a:cubicBezTo>
                <a:cubicBezTo>
                  <a:pt x="4030299" y="3879926"/>
                  <a:pt x="4059233" y="3904849"/>
                  <a:pt x="4088180" y="3929774"/>
                </a:cubicBezTo>
                <a:cubicBezTo>
                  <a:pt x="4119532" y="3956928"/>
                  <a:pt x="4151864" y="3984979"/>
                  <a:pt x="4184555" y="4010683"/>
                </a:cubicBezTo>
                <a:cubicBezTo>
                  <a:pt x="4252374" y="4064322"/>
                  <a:pt x="4327401" y="4112085"/>
                  <a:pt x="4399563" y="4158106"/>
                </a:cubicBezTo>
                <a:cubicBezTo>
                  <a:pt x="4448555" y="4189447"/>
                  <a:pt x="4498141" y="4221114"/>
                  <a:pt x="4546299" y="4254934"/>
                </a:cubicBezTo>
                <a:lnTo>
                  <a:pt x="4561743" y="4267200"/>
                </a:lnTo>
                <a:lnTo>
                  <a:pt x="4509274" y="4267200"/>
                </a:lnTo>
                <a:lnTo>
                  <a:pt x="4383389" y="4184369"/>
                </a:lnTo>
                <a:cubicBezTo>
                  <a:pt x="4310251" y="4137460"/>
                  <a:pt x="4234739" y="4089250"/>
                  <a:pt x="4165508" y="4035196"/>
                </a:cubicBezTo>
                <a:cubicBezTo>
                  <a:pt x="4131846" y="4008598"/>
                  <a:pt x="4099524" y="3980549"/>
                  <a:pt x="4068162" y="3953394"/>
                </a:cubicBezTo>
                <a:cubicBezTo>
                  <a:pt x="4039704" y="3928919"/>
                  <a:pt x="4010763" y="3903992"/>
                  <a:pt x="3981416" y="3880482"/>
                </a:cubicBezTo>
                <a:cubicBezTo>
                  <a:pt x="3923199" y="3833909"/>
                  <a:pt x="3860482" y="3791236"/>
                  <a:pt x="3800147" y="3749872"/>
                </a:cubicBezTo>
                <a:lnTo>
                  <a:pt x="3655073" y="3650884"/>
                </a:lnTo>
                <a:cubicBezTo>
                  <a:pt x="3768399" y="3765347"/>
                  <a:pt x="3873410" y="3884450"/>
                  <a:pt x="3989938" y="3991685"/>
                </a:cubicBezTo>
                <a:cubicBezTo>
                  <a:pt x="4106468" y="4098916"/>
                  <a:pt x="4234512" y="4194281"/>
                  <a:pt x="4393907" y="4261258"/>
                </a:cubicBezTo>
                <a:lnTo>
                  <a:pt x="4408201" y="4267200"/>
                </a:lnTo>
                <a:lnTo>
                  <a:pt x="4250346" y="4267200"/>
                </a:lnTo>
                <a:lnTo>
                  <a:pt x="4245269" y="4265040"/>
                </a:lnTo>
                <a:cubicBezTo>
                  <a:pt x="4167858" y="4230709"/>
                  <a:pt x="4095232" y="4193560"/>
                  <a:pt x="4036318" y="4147013"/>
                </a:cubicBezTo>
                <a:cubicBezTo>
                  <a:pt x="3810777" y="3969273"/>
                  <a:pt x="3654591" y="3720297"/>
                  <a:pt x="3432098" y="3537312"/>
                </a:cubicBezTo>
                <a:cubicBezTo>
                  <a:pt x="3408505" y="3517876"/>
                  <a:pt x="3395188" y="3461306"/>
                  <a:pt x="3429186" y="3458784"/>
                </a:cubicBezTo>
                <a:close/>
                <a:moveTo>
                  <a:pt x="9334796" y="3456584"/>
                </a:moveTo>
                <a:cubicBezTo>
                  <a:pt x="9406875" y="3608228"/>
                  <a:pt x="9503788" y="3758542"/>
                  <a:pt x="9651570" y="3826505"/>
                </a:cubicBezTo>
                <a:cubicBezTo>
                  <a:pt x="9559808" y="3686686"/>
                  <a:pt x="9456900" y="3564734"/>
                  <a:pt x="9334796" y="3456584"/>
                </a:cubicBezTo>
                <a:close/>
                <a:moveTo>
                  <a:pt x="4440129" y="3448571"/>
                </a:moveTo>
                <a:cubicBezTo>
                  <a:pt x="4500684" y="3600308"/>
                  <a:pt x="4765312" y="3823987"/>
                  <a:pt x="4856525" y="3915351"/>
                </a:cubicBezTo>
                <a:cubicBezTo>
                  <a:pt x="4921046" y="3979838"/>
                  <a:pt x="4987678" y="4047617"/>
                  <a:pt x="5059055" y="4108918"/>
                </a:cubicBezTo>
                <a:cubicBezTo>
                  <a:pt x="5130436" y="4170218"/>
                  <a:pt x="5206561" y="4225043"/>
                  <a:pt x="5290070" y="4263619"/>
                </a:cubicBezTo>
                <a:cubicBezTo>
                  <a:pt x="5126032" y="4132785"/>
                  <a:pt x="4978794" y="3979858"/>
                  <a:pt x="4834991" y="3830985"/>
                </a:cubicBezTo>
                <a:cubicBezTo>
                  <a:pt x="4709629" y="3700933"/>
                  <a:pt x="4579958" y="3567796"/>
                  <a:pt x="4440129" y="3448571"/>
                </a:cubicBezTo>
                <a:close/>
                <a:moveTo>
                  <a:pt x="5425834" y="3162785"/>
                </a:moveTo>
                <a:cubicBezTo>
                  <a:pt x="5393133" y="3300089"/>
                  <a:pt x="5401723" y="3491623"/>
                  <a:pt x="5401644" y="3617847"/>
                </a:cubicBezTo>
                <a:cubicBezTo>
                  <a:pt x="5401790" y="3807859"/>
                  <a:pt x="5425483" y="3992734"/>
                  <a:pt x="5467256" y="4175494"/>
                </a:cubicBezTo>
                <a:cubicBezTo>
                  <a:pt x="5469824" y="3971868"/>
                  <a:pt x="5459296" y="3766904"/>
                  <a:pt x="5448069" y="3567554"/>
                </a:cubicBezTo>
                <a:close/>
                <a:moveTo>
                  <a:pt x="1318687" y="3113840"/>
                </a:moveTo>
                <a:cubicBezTo>
                  <a:pt x="1233126" y="3142037"/>
                  <a:pt x="1148133" y="3174161"/>
                  <a:pt x="1066793" y="3212171"/>
                </a:cubicBezTo>
                <a:cubicBezTo>
                  <a:pt x="1042399" y="3223712"/>
                  <a:pt x="1017440" y="3235542"/>
                  <a:pt x="993319" y="3247648"/>
                </a:cubicBezTo>
                <a:cubicBezTo>
                  <a:pt x="947600" y="3269890"/>
                  <a:pt x="900765" y="3292688"/>
                  <a:pt x="853081" y="3312410"/>
                </a:cubicBezTo>
                <a:cubicBezTo>
                  <a:pt x="837376" y="3318884"/>
                  <a:pt x="821948" y="3324526"/>
                  <a:pt x="805957" y="3330443"/>
                </a:cubicBezTo>
                <a:cubicBezTo>
                  <a:pt x="973723" y="3284161"/>
                  <a:pt x="1193682" y="3229943"/>
                  <a:pt x="1318687" y="3113840"/>
                </a:cubicBezTo>
                <a:close/>
                <a:moveTo>
                  <a:pt x="5453702" y="3090882"/>
                </a:moveTo>
                <a:lnTo>
                  <a:pt x="5480135" y="3565802"/>
                </a:lnTo>
                <a:cubicBezTo>
                  <a:pt x="5490809" y="3762845"/>
                  <a:pt x="5501220" y="3965024"/>
                  <a:pt x="5499023" y="4166310"/>
                </a:cubicBezTo>
                <a:cubicBezTo>
                  <a:pt x="5546233" y="3984186"/>
                  <a:pt x="5562118" y="3799116"/>
                  <a:pt x="5547022" y="3607838"/>
                </a:cubicBezTo>
                <a:cubicBezTo>
                  <a:pt x="5541143" y="3530760"/>
                  <a:pt x="5529684" y="3453908"/>
                  <a:pt x="5515964" y="3378541"/>
                </a:cubicBezTo>
                <a:cubicBezTo>
                  <a:pt x="5505773" y="3321668"/>
                  <a:pt x="5475310" y="3095607"/>
                  <a:pt x="5453702" y="3090882"/>
                </a:cubicBezTo>
                <a:close/>
                <a:moveTo>
                  <a:pt x="9790480" y="3078533"/>
                </a:moveTo>
                <a:cubicBezTo>
                  <a:pt x="9782502" y="3134217"/>
                  <a:pt x="9773626" y="3189710"/>
                  <a:pt x="9763295" y="3245370"/>
                </a:cubicBezTo>
                <a:cubicBezTo>
                  <a:pt x="9730259" y="3421320"/>
                  <a:pt x="9693170" y="3586065"/>
                  <a:pt x="9736458" y="3758413"/>
                </a:cubicBezTo>
                <a:cubicBezTo>
                  <a:pt x="9741385" y="3680922"/>
                  <a:pt x="9752472" y="3603320"/>
                  <a:pt x="9763499" y="3528057"/>
                </a:cubicBezTo>
                <a:cubicBezTo>
                  <a:pt x="9778184" y="3430521"/>
                  <a:pt x="9793478" y="3330298"/>
                  <a:pt x="9793906" y="3231157"/>
                </a:cubicBezTo>
                <a:cubicBezTo>
                  <a:pt x="9793949" y="3202011"/>
                  <a:pt x="9792735" y="3172131"/>
                  <a:pt x="9791874" y="3142788"/>
                </a:cubicBezTo>
                <a:cubicBezTo>
                  <a:pt x="9791175" y="3121009"/>
                  <a:pt x="9790832" y="3099770"/>
                  <a:pt x="9790480" y="3078533"/>
                </a:cubicBezTo>
                <a:close/>
                <a:moveTo>
                  <a:pt x="1238695" y="3076820"/>
                </a:moveTo>
                <a:cubicBezTo>
                  <a:pt x="1051055" y="3082190"/>
                  <a:pt x="886407" y="3192548"/>
                  <a:pt x="716371" y="3293249"/>
                </a:cubicBezTo>
                <a:cubicBezTo>
                  <a:pt x="670943" y="3320259"/>
                  <a:pt x="625512" y="3345868"/>
                  <a:pt x="579522" y="3371759"/>
                </a:cubicBezTo>
                <a:cubicBezTo>
                  <a:pt x="586257" y="3369787"/>
                  <a:pt x="592991" y="3367806"/>
                  <a:pt x="600288" y="3365555"/>
                </a:cubicBezTo>
                <a:cubicBezTo>
                  <a:pt x="680240" y="3341573"/>
                  <a:pt x="762713" y="3317034"/>
                  <a:pt x="840692" y="3284921"/>
                </a:cubicBezTo>
                <a:cubicBezTo>
                  <a:pt x="887813" y="3265484"/>
                  <a:pt x="934087" y="3242968"/>
                  <a:pt x="979248" y="3221003"/>
                </a:cubicBezTo>
                <a:cubicBezTo>
                  <a:pt x="1004208" y="3209175"/>
                  <a:pt x="1028322" y="3197074"/>
                  <a:pt x="1053282" y="3185247"/>
                </a:cubicBezTo>
                <a:cubicBezTo>
                  <a:pt x="1139666" y="3144704"/>
                  <a:pt x="1229994" y="3110602"/>
                  <a:pt x="1320603" y="3081281"/>
                </a:cubicBezTo>
                <a:cubicBezTo>
                  <a:pt x="1292776" y="3077429"/>
                  <a:pt x="1265502" y="3076054"/>
                  <a:pt x="1238695" y="3076820"/>
                </a:cubicBezTo>
                <a:close/>
                <a:moveTo>
                  <a:pt x="5425627" y="2954192"/>
                </a:moveTo>
                <a:cubicBezTo>
                  <a:pt x="5441934" y="2956815"/>
                  <a:pt x="5467954" y="2996115"/>
                  <a:pt x="5470770" y="3005435"/>
                </a:cubicBezTo>
                <a:cubicBezTo>
                  <a:pt x="5591522" y="3395900"/>
                  <a:pt x="5656650" y="3795361"/>
                  <a:pt x="5567647" y="4190286"/>
                </a:cubicBezTo>
                <a:lnTo>
                  <a:pt x="5545854" y="4267200"/>
                </a:lnTo>
                <a:lnTo>
                  <a:pt x="5391871" y="4267200"/>
                </a:lnTo>
                <a:lnTo>
                  <a:pt x="5318171" y="4175818"/>
                </a:lnTo>
                <a:cubicBezTo>
                  <a:pt x="5204859" y="4048423"/>
                  <a:pt x="5075331" y="3936412"/>
                  <a:pt x="4943646" y="3822916"/>
                </a:cubicBezTo>
                <a:cubicBezTo>
                  <a:pt x="4828850" y="3724110"/>
                  <a:pt x="4714058" y="3625311"/>
                  <a:pt x="4594837" y="3532274"/>
                </a:cubicBezTo>
                <a:cubicBezTo>
                  <a:pt x="4562450" y="3507077"/>
                  <a:pt x="4474786" y="3410282"/>
                  <a:pt x="4441737" y="3399734"/>
                </a:cubicBezTo>
                <a:cubicBezTo>
                  <a:pt x="4437014" y="3398227"/>
                  <a:pt x="4433408" y="3398482"/>
                  <a:pt x="4431236" y="3400954"/>
                </a:cubicBezTo>
                <a:cubicBezTo>
                  <a:pt x="4474088" y="3436036"/>
                  <a:pt x="4516531" y="3472527"/>
                  <a:pt x="4557150" y="3510023"/>
                </a:cubicBezTo>
                <a:cubicBezTo>
                  <a:pt x="4661606" y="3606446"/>
                  <a:pt x="4760255" y="3709152"/>
                  <a:pt x="4856936" y="3809146"/>
                </a:cubicBezTo>
                <a:cubicBezTo>
                  <a:pt x="4939779" y="3895025"/>
                  <a:pt x="5024071" y="3982240"/>
                  <a:pt x="5111996" y="4065759"/>
                </a:cubicBezTo>
                <a:cubicBezTo>
                  <a:pt x="5155961" y="4107518"/>
                  <a:pt x="5200834" y="4148352"/>
                  <a:pt x="5246890" y="4187633"/>
                </a:cubicBezTo>
                <a:lnTo>
                  <a:pt x="5347266" y="4267200"/>
                </a:lnTo>
                <a:lnTo>
                  <a:pt x="5164092" y="4267200"/>
                </a:lnTo>
                <a:lnTo>
                  <a:pt x="5108945" y="4232176"/>
                </a:lnTo>
                <a:cubicBezTo>
                  <a:pt x="4772838" y="3999708"/>
                  <a:pt x="4490756" y="3581960"/>
                  <a:pt x="4294126" y="3303048"/>
                </a:cubicBezTo>
                <a:cubicBezTo>
                  <a:pt x="4284225" y="3288537"/>
                  <a:pt x="4271318" y="3233630"/>
                  <a:pt x="4305321" y="3256953"/>
                </a:cubicBezTo>
                <a:cubicBezTo>
                  <a:pt x="4530520" y="3414680"/>
                  <a:pt x="4740956" y="3587440"/>
                  <a:pt x="4949299" y="3766336"/>
                </a:cubicBezTo>
                <a:cubicBezTo>
                  <a:pt x="5065543" y="3866477"/>
                  <a:pt x="5184542" y="3965579"/>
                  <a:pt x="5291452" y="4076801"/>
                </a:cubicBezTo>
                <a:cubicBezTo>
                  <a:pt x="5309900" y="4095629"/>
                  <a:pt x="5393714" y="4211504"/>
                  <a:pt x="5434998" y="4254100"/>
                </a:cubicBezTo>
                <a:cubicBezTo>
                  <a:pt x="5369347" y="4172892"/>
                  <a:pt x="5356822" y="3836202"/>
                  <a:pt x="5351015" y="3760989"/>
                </a:cubicBezTo>
                <a:cubicBezTo>
                  <a:pt x="5330486" y="3492147"/>
                  <a:pt x="5355823" y="3228927"/>
                  <a:pt x="5413780" y="2966265"/>
                </a:cubicBezTo>
                <a:cubicBezTo>
                  <a:pt x="5415835" y="2956520"/>
                  <a:pt x="5420191" y="2953318"/>
                  <a:pt x="5425627" y="2954192"/>
                </a:cubicBezTo>
                <a:close/>
                <a:moveTo>
                  <a:pt x="8380397" y="2896659"/>
                </a:moveTo>
                <a:cubicBezTo>
                  <a:pt x="8455275" y="3038078"/>
                  <a:pt x="8545153" y="3173735"/>
                  <a:pt x="8634801" y="3304169"/>
                </a:cubicBezTo>
                <a:cubicBezTo>
                  <a:pt x="8726195" y="3437326"/>
                  <a:pt x="8821496" y="3600936"/>
                  <a:pt x="8971448" y="3675946"/>
                </a:cubicBezTo>
                <a:cubicBezTo>
                  <a:pt x="8910775" y="3621244"/>
                  <a:pt x="8864937" y="3553231"/>
                  <a:pt x="8820691" y="3486482"/>
                </a:cubicBezTo>
                <a:cubicBezTo>
                  <a:pt x="8816331" y="3480073"/>
                  <a:pt x="8811972" y="3473665"/>
                  <a:pt x="8807612" y="3467256"/>
                </a:cubicBezTo>
                <a:cubicBezTo>
                  <a:pt x="8727274" y="3347730"/>
                  <a:pt x="8640362" y="3230102"/>
                  <a:pt x="8556796" y="3116474"/>
                </a:cubicBezTo>
                <a:cubicBezTo>
                  <a:pt x="8515702" y="3060746"/>
                  <a:pt x="8472667" y="3003195"/>
                  <a:pt x="8427018" y="2948853"/>
                </a:cubicBezTo>
                <a:cubicBezTo>
                  <a:pt x="8411728" y="2931040"/>
                  <a:pt x="8396239" y="2914119"/>
                  <a:pt x="8380397" y="2896659"/>
                </a:cubicBezTo>
                <a:close/>
                <a:moveTo>
                  <a:pt x="9831020" y="2871730"/>
                </a:moveTo>
                <a:lnTo>
                  <a:pt x="9827707" y="2915231"/>
                </a:lnTo>
                <a:cubicBezTo>
                  <a:pt x="9824540" y="2960178"/>
                  <a:pt x="9821168" y="3006017"/>
                  <a:pt x="9820699" y="3051540"/>
                </a:cubicBezTo>
                <a:cubicBezTo>
                  <a:pt x="9820458" y="3081589"/>
                  <a:pt x="9821664" y="3111470"/>
                  <a:pt x="9822525" y="3140814"/>
                </a:cubicBezTo>
                <a:cubicBezTo>
                  <a:pt x="9823738" y="3170696"/>
                  <a:pt x="9824947" y="3200579"/>
                  <a:pt x="9824704" y="3230628"/>
                </a:cubicBezTo>
                <a:cubicBezTo>
                  <a:pt x="9823869" y="3331557"/>
                  <a:pt x="9808712" y="3433224"/>
                  <a:pt x="9793821" y="3531652"/>
                </a:cubicBezTo>
                <a:cubicBezTo>
                  <a:pt x="9783066" y="3603683"/>
                  <a:pt x="9772446" y="3677150"/>
                  <a:pt x="9767436" y="3750864"/>
                </a:cubicBezTo>
                <a:cubicBezTo>
                  <a:pt x="9782786" y="3724954"/>
                  <a:pt x="9799440" y="3697443"/>
                  <a:pt x="9814477" y="3662531"/>
                </a:cubicBezTo>
                <a:cubicBezTo>
                  <a:pt x="9926754" y="3406015"/>
                  <a:pt x="9892054" y="3133900"/>
                  <a:pt x="9831020" y="2871730"/>
                </a:cubicBezTo>
                <a:close/>
                <a:moveTo>
                  <a:pt x="8380521" y="2850596"/>
                </a:moveTo>
                <a:cubicBezTo>
                  <a:pt x="8404481" y="2875897"/>
                  <a:pt x="8428794" y="2901731"/>
                  <a:pt x="8451446" y="2928627"/>
                </a:cubicBezTo>
                <a:cubicBezTo>
                  <a:pt x="8497446" y="2983517"/>
                  <a:pt x="8540828" y="3041610"/>
                  <a:pt x="8582269" y="3097880"/>
                </a:cubicBezTo>
                <a:cubicBezTo>
                  <a:pt x="8666744" y="3211700"/>
                  <a:pt x="8753998" y="3329876"/>
                  <a:pt x="8833783" y="3449753"/>
                </a:cubicBezTo>
                <a:cubicBezTo>
                  <a:pt x="8838143" y="3456162"/>
                  <a:pt x="8842503" y="3462572"/>
                  <a:pt x="8846863" y="3468981"/>
                </a:cubicBezTo>
                <a:cubicBezTo>
                  <a:pt x="8881714" y="3521040"/>
                  <a:pt x="8917610" y="3574725"/>
                  <a:pt x="8960046" y="3620389"/>
                </a:cubicBezTo>
                <a:cubicBezTo>
                  <a:pt x="8847240" y="3316219"/>
                  <a:pt x="8665033" y="3014288"/>
                  <a:pt x="8380521" y="2850596"/>
                </a:cubicBezTo>
                <a:close/>
                <a:moveTo>
                  <a:pt x="9854151" y="2642862"/>
                </a:moveTo>
                <a:cubicBezTo>
                  <a:pt x="9862376" y="2644690"/>
                  <a:pt x="9868748" y="2649859"/>
                  <a:pt x="9871341" y="2659697"/>
                </a:cubicBezTo>
                <a:cubicBezTo>
                  <a:pt x="9936549" y="2907705"/>
                  <a:pt x="10004418" y="3164740"/>
                  <a:pt x="9966678" y="3423399"/>
                </a:cubicBezTo>
                <a:cubicBezTo>
                  <a:pt x="9951724" y="3524170"/>
                  <a:pt x="9914841" y="3605244"/>
                  <a:pt x="9880832" y="3700562"/>
                </a:cubicBezTo>
                <a:cubicBezTo>
                  <a:pt x="9817639" y="3880472"/>
                  <a:pt x="9825316" y="4002022"/>
                  <a:pt x="9896024" y="4178295"/>
                </a:cubicBezTo>
                <a:lnTo>
                  <a:pt x="10028060" y="4267200"/>
                </a:lnTo>
                <a:lnTo>
                  <a:pt x="9651813" y="4267200"/>
                </a:lnTo>
                <a:lnTo>
                  <a:pt x="9814527" y="4248048"/>
                </a:lnTo>
                <a:cubicBezTo>
                  <a:pt x="9748431" y="4225943"/>
                  <a:pt x="9681848" y="4217991"/>
                  <a:pt x="9615182" y="4220499"/>
                </a:cubicBezTo>
                <a:cubicBezTo>
                  <a:pt x="9565183" y="4222381"/>
                  <a:pt x="9515136" y="4230147"/>
                  <a:pt x="9465210" y="4242240"/>
                </a:cubicBezTo>
                <a:lnTo>
                  <a:pt x="9387108" y="4267200"/>
                </a:lnTo>
                <a:lnTo>
                  <a:pt x="9268441" y="4267200"/>
                </a:lnTo>
                <a:lnTo>
                  <a:pt x="9307676" y="4251276"/>
                </a:lnTo>
                <a:cubicBezTo>
                  <a:pt x="9459842" y="4196603"/>
                  <a:pt x="9613869" y="4164948"/>
                  <a:pt x="9761570" y="4182283"/>
                </a:cubicBezTo>
                <a:cubicBezTo>
                  <a:pt x="9633677" y="4101602"/>
                  <a:pt x="9502269" y="4023929"/>
                  <a:pt x="9368237" y="3949470"/>
                </a:cubicBezTo>
                <a:cubicBezTo>
                  <a:pt x="9363677" y="3950852"/>
                  <a:pt x="9358768" y="3951697"/>
                  <a:pt x="9354614" y="3951288"/>
                </a:cubicBezTo>
                <a:cubicBezTo>
                  <a:pt x="9045666" y="4112095"/>
                  <a:pt x="8711508" y="4184792"/>
                  <a:pt x="8364351" y="4159267"/>
                </a:cubicBezTo>
                <a:cubicBezTo>
                  <a:pt x="8322605" y="4156073"/>
                  <a:pt x="8373028" y="4125362"/>
                  <a:pt x="8386567" y="4119760"/>
                </a:cubicBezTo>
                <a:cubicBezTo>
                  <a:pt x="8661942" y="4017222"/>
                  <a:pt x="8938634" y="3857115"/>
                  <a:pt x="9231713" y="3873539"/>
                </a:cubicBezTo>
                <a:cubicBezTo>
                  <a:pt x="9162796" y="3836374"/>
                  <a:pt x="9093324" y="3799562"/>
                  <a:pt x="9023301" y="3763109"/>
                </a:cubicBezTo>
                <a:cubicBezTo>
                  <a:pt x="9018245" y="3762512"/>
                  <a:pt x="9014299" y="3761207"/>
                  <a:pt x="9010556" y="3758998"/>
                </a:cubicBezTo>
                <a:cubicBezTo>
                  <a:pt x="8818026" y="3719652"/>
                  <a:pt x="8714888" y="3571783"/>
                  <a:pt x="8604324" y="3417171"/>
                </a:cubicBezTo>
                <a:cubicBezTo>
                  <a:pt x="8460937" y="3216099"/>
                  <a:pt x="8313620" y="2999153"/>
                  <a:pt x="8218577" y="2770227"/>
                </a:cubicBezTo>
                <a:cubicBezTo>
                  <a:pt x="8215211" y="2762227"/>
                  <a:pt x="8217371" y="2755481"/>
                  <a:pt x="8222774" y="2749954"/>
                </a:cubicBezTo>
                <a:cubicBezTo>
                  <a:pt x="8238990" y="2733370"/>
                  <a:pt x="8284424" y="2727735"/>
                  <a:pt x="8297623" y="2731935"/>
                </a:cubicBezTo>
                <a:cubicBezTo>
                  <a:pt x="8726387" y="2883841"/>
                  <a:pt x="8964880" y="3311498"/>
                  <a:pt x="9090618" y="3716225"/>
                </a:cubicBezTo>
                <a:cubicBezTo>
                  <a:pt x="9321070" y="3835548"/>
                  <a:pt x="9546131" y="3959850"/>
                  <a:pt x="9762441" y="4093587"/>
                </a:cubicBezTo>
                <a:cubicBezTo>
                  <a:pt x="9739891" y="4035197"/>
                  <a:pt x="9720655" y="3974696"/>
                  <a:pt x="9717826" y="3916719"/>
                </a:cubicBezTo>
                <a:cubicBezTo>
                  <a:pt x="9716379" y="3916883"/>
                  <a:pt x="9714371" y="3917401"/>
                  <a:pt x="9713123" y="3916663"/>
                </a:cubicBezTo>
                <a:cubicBezTo>
                  <a:pt x="9419408" y="3876118"/>
                  <a:pt x="9276568" y="3571232"/>
                  <a:pt x="9175594" y="3326950"/>
                </a:cubicBezTo>
                <a:cubicBezTo>
                  <a:pt x="9162477" y="3295477"/>
                  <a:pt x="9234580" y="3273123"/>
                  <a:pt x="9253941" y="3287566"/>
                </a:cubicBezTo>
                <a:cubicBezTo>
                  <a:pt x="9396995" y="3390749"/>
                  <a:pt x="9519263" y="3506453"/>
                  <a:pt x="9625671" y="3639960"/>
                </a:cubicBezTo>
                <a:cubicBezTo>
                  <a:pt x="9622492" y="3540061"/>
                  <a:pt x="9637797" y="3439839"/>
                  <a:pt x="9656881" y="3333361"/>
                </a:cubicBezTo>
                <a:cubicBezTo>
                  <a:pt x="9696972" y="3116116"/>
                  <a:pt x="9713720" y="2891570"/>
                  <a:pt x="9782066" y="2680771"/>
                </a:cubicBezTo>
                <a:cubicBezTo>
                  <a:pt x="9788129" y="2661952"/>
                  <a:pt x="9829478" y="2637374"/>
                  <a:pt x="9854151" y="2642862"/>
                </a:cubicBezTo>
                <a:close/>
                <a:moveTo>
                  <a:pt x="11114299" y="2390555"/>
                </a:moveTo>
                <a:lnTo>
                  <a:pt x="11113373" y="2392739"/>
                </a:lnTo>
                <a:lnTo>
                  <a:pt x="11117197" y="2394358"/>
                </a:lnTo>
                <a:cubicBezTo>
                  <a:pt x="11116333" y="2393349"/>
                  <a:pt x="11115474" y="2392343"/>
                  <a:pt x="11114299" y="2390555"/>
                </a:cubicBezTo>
                <a:close/>
                <a:moveTo>
                  <a:pt x="10506276" y="2118977"/>
                </a:moveTo>
                <a:cubicBezTo>
                  <a:pt x="10510550" y="2257918"/>
                  <a:pt x="10470507" y="2393544"/>
                  <a:pt x="10431542" y="2525128"/>
                </a:cubicBezTo>
                <a:cubicBezTo>
                  <a:pt x="10417502" y="2571972"/>
                  <a:pt x="10403548" y="2620144"/>
                  <a:pt x="10391375" y="2667145"/>
                </a:cubicBezTo>
                <a:cubicBezTo>
                  <a:pt x="10377290" y="2721696"/>
                  <a:pt x="10366481" y="2777642"/>
                  <a:pt x="10355047" y="2832031"/>
                </a:cubicBezTo>
                <a:lnTo>
                  <a:pt x="10336080" y="2927011"/>
                </a:lnTo>
                <a:cubicBezTo>
                  <a:pt x="10349636" y="2893472"/>
                  <a:pt x="10367643" y="2846374"/>
                  <a:pt x="10389394" y="2782834"/>
                </a:cubicBezTo>
                <a:cubicBezTo>
                  <a:pt x="10448427" y="2611467"/>
                  <a:pt x="10546967" y="2325483"/>
                  <a:pt x="10506276" y="2118977"/>
                </a:cubicBezTo>
                <a:close/>
                <a:moveTo>
                  <a:pt x="11538179" y="2090376"/>
                </a:moveTo>
                <a:cubicBezTo>
                  <a:pt x="11552237" y="2136248"/>
                  <a:pt x="11565750" y="2181883"/>
                  <a:pt x="11577479" y="2228695"/>
                </a:cubicBezTo>
                <a:lnTo>
                  <a:pt x="11586754" y="2266098"/>
                </a:lnTo>
                <a:cubicBezTo>
                  <a:pt x="11593656" y="2295423"/>
                  <a:pt x="11600787" y="2324193"/>
                  <a:pt x="11609011" y="2353427"/>
                </a:cubicBezTo>
                <a:cubicBezTo>
                  <a:pt x="11644349" y="2475257"/>
                  <a:pt x="11704023" y="2591295"/>
                  <a:pt x="11761579" y="2703223"/>
                </a:cubicBezTo>
                <a:cubicBezTo>
                  <a:pt x="11802170" y="2782214"/>
                  <a:pt x="11843944" y="2862994"/>
                  <a:pt x="11877711" y="2947465"/>
                </a:cubicBezTo>
                <a:cubicBezTo>
                  <a:pt x="11815017" y="2640863"/>
                  <a:pt x="11724956" y="2342636"/>
                  <a:pt x="11538179" y="2090376"/>
                </a:cubicBezTo>
                <a:close/>
                <a:moveTo>
                  <a:pt x="6604735" y="2041381"/>
                </a:moveTo>
                <a:cubicBezTo>
                  <a:pt x="6726311" y="2327927"/>
                  <a:pt x="6916754" y="2606522"/>
                  <a:pt x="7204487" y="2742112"/>
                </a:cubicBezTo>
                <a:cubicBezTo>
                  <a:pt x="7179895" y="2719491"/>
                  <a:pt x="7154936" y="2696378"/>
                  <a:pt x="7131592" y="2672096"/>
                </a:cubicBezTo>
                <a:cubicBezTo>
                  <a:pt x="7084181" y="2622518"/>
                  <a:pt x="7039271" y="2569608"/>
                  <a:pt x="6996344" y="2518310"/>
                </a:cubicBezTo>
                <a:cubicBezTo>
                  <a:pt x="6908871" y="2414600"/>
                  <a:pt x="6818501" y="2306884"/>
                  <a:pt x="6735495" y="2196890"/>
                </a:cubicBezTo>
                <a:lnTo>
                  <a:pt x="6721901" y="2179274"/>
                </a:lnTo>
                <a:cubicBezTo>
                  <a:pt x="6685654" y="2131523"/>
                  <a:pt x="6648317" y="2082278"/>
                  <a:pt x="6604735" y="2041381"/>
                </a:cubicBezTo>
                <a:close/>
                <a:moveTo>
                  <a:pt x="11488421" y="2034549"/>
                </a:moveTo>
                <a:cubicBezTo>
                  <a:pt x="11459234" y="2371132"/>
                  <a:pt x="11651925" y="2658088"/>
                  <a:pt x="11840356" y="2932293"/>
                </a:cubicBezTo>
                <a:cubicBezTo>
                  <a:pt x="11809128" y="2858555"/>
                  <a:pt x="11772688" y="2786473"/>
                  <a:pt x="11736331" y="2715710"/>
                </a:cubicBezTo>
                <a:cubicBezTo>
                  <a:pt x="11678147" y="2602235"/>
                  <a:pt x="11617611" y="2485181"/>
                  <a:pt x="11581560" y="2360474"/>
                </a:cubicBezTo>
                <a:cubicBezTo>
                  <a:pt x="11573334" y="2331239"/>
                  <a:pt x="11565889" y="2301693"/>
                  <a:pt x="11558442" y="2272139"/>
                </a:cubicBezTo>
                <a:lnTo>
                  <a:pt x="11549169" y="2234734"/>
                </a:lnTo>
                <a:cubicBezTo>
                  <a:pt x="11532130" y="2167007"/>
                  <a:pt x="11511443" y="2100302"/>
                  <a:pt x="11488421" y="2034549"/>
                </a:cubicBezTo>
                <a:close/>
                <a:moveTo>
                  <a:pt x="10468916" y="2032338"/>
                </a:moveTo>
                <a:cubicBezTo>
                  <a:pt x="10450533" y="2081859"/>
                  <a:pt x="10434093" y="2132840"/>
                  <a:pt x="10421480" y="2185446"/>
                </a:cubicBezTo>
                <a:cubicBezTo>
                  <a:pt x="10388668" y="2317695"/>
                  <a:pt x="10374105" y="2457032"/>
                  <a:pt x="10351264" y="2591574"/>
                </a:cubicBezTo>
                <a:cubicBezTo>
                  <a:pt x="10332355" y="2700098"/>
                  <a:pt x="10281261" y="2959166"/>
                  <a:pt x="10294485" y="2991809"/>
                </a:cubicBezTo>
                <a:lnTo>
                  <a:pt x="10327850" y="2826310"/>
                </a:lnTo>
                <a:cubicBezTo>
                  <a:pt x="10338741" y="2771690"/>
                  <a:pt x="10350331" y="2715434"/>
                  <a:pt x="10364099" y="2660098"/>
                </a:cubicBezTo>
                <a:cubicBezTo>
                  <a:pt x="10376185" y="2611783"/>
                  <a:pt x="10390682" y="2563843"/>
                  <a:pt x="10404725" y="2516991"/>
                </a:cubicBezTo>
                <a:cubicBezTo>
                  <a:pt x="10443463" y="2385961"/>
                  <a:pt x="10483500" y="2250332"/>
                  <a:pt x="10478071" y="2114122"/>
                </a:cubicBezTo>
                <a:cubicBezTo>
                  <a:pt x="10476867" y="2086568"/>
                  <a:pt x="10473555" y="2059413"/>
                  <a:pt x="10468916" y="2032338"/>
                </a:cubicBezTo>
                <a:close/>
                <a:moveTo>
                  <a:pt x="10573132" y="1991479"/>
                </a:moveTo>
                <a:cubicBezTo>
                  <a:pt x="10722027" y="2144650"/>
                  <a:pt x="10877543" y="2280670"/>
                  <a:pt x="11066880" y="2371770"/>
                </a:cubicBezTo>
                <a:cubicBezTo>
                  <a:pt x="10930664" y="2234271"/>
                  <a:pt x="10767866" y="2088089"/>
                  <a:pt x="10573132" y="1991479"/>
                </a:cubicBezTo>
                <a:close/>
                <a:moveTo>
                  <a:pt x="6591670" y="1988277"/>
                </a:moveTo>
                <a:cubicBezTo>
                  <a:pt x="6653650" y="2036451"/>
                  <a:pt x="6701310" y="2098809"/>
                  <a:pt x="6747349" y="2160069"/>
                </a:cubicBezTo>
                <a:lnTo>
                  <a:pt x="6760943" y="2177686"/>
                </a:lnTo>
                <a:cubicBezTo>
                  <a:pt x="6844486" y="2287290"/>
                  <a:pt x="6934499" y="2394502"/>
                  <a:pt x="7021065" y="2498102"/>
                </a:cubicBezTo>
                <a:cubicBezTo>
                  <a:pt x="7063629" y="2548900"/>
                  <a:pt x="7108178" y="2601313"/>
                  <a:pt x="7155223" y="2650386"/>
                </a:cubicBezTo>
                <a:cubicBezTo>
                  <a:pt x="7170968" y="2666443"/>
                  <a:pt x="7186885" y="2681619"/>
                  <a:pt x="7203167" y="2697288"/>
                </a:cubicBezTo>
                <a:cubicBezTo>
                  <a:pt x="7124362" y="2565928"/>
                  <a:pt x="7030837" y="2441422"/>
                  <a:pt x="6937703" y="2321981"/>
                </a:cubicBezTo>
                <a:cubicBezTo>
                  <a:pt x="6842752" y="2200032"/>
                  <a:pt x="6742965" y="2048781"/>
                  <a:pt x="6591670" y="1988277"/>
                </a:cubicBezTo>
                <a:close/>
                <a:moveTo>
                  <a:pt x="5798671" y="1981601"/>
                </a:moveTo>
                <a:cubicBezTo>
                  <a:pt x="5784234" y="2008086"/>
                  <a:pt x="5768551" y="2036236"/>
                  <a:pt x="5754709" y="2071454"/>
                </a:cubicBezTo>
                <a:cubicBezTo>
                  <a:pt x="5651219" y="2330361"/>
                  <a:pt x="5694208" y="2592217"/>
                  <a:pt x="5763044" y="2842206"/>
                </a:cubicBezTo>
                <a:lnTo>
                  <a:pt x="5764974" y="2799609"/>
                </a:lnTo>
                <a:cubicBezTo>
                  <a:pt x="5766710" y="2755616"/>
                  <a:pt x="5768626" y="2710738"/>
                  <a:pt x="5767665" y="2666409"/>
                </a:cubicBezTo>
                <a:cubicBezTo>
                  <a:pt x="5766964" y="2637156"/>
                  <a:pt x="5764828" y="2608182"/>
                  <a:pt x="5763055" y="2579705"/>
                </a:cubicBezTo>
                <a:cubicBezTo>
                  <a:pt x="5760913" y="2550734"/>
                  <a:pt x="5758780" y="2521760"/>
                  <a:pt x="5758079" y="2492508"/>
                </a:cubicBezTo>
                <a:cubicBezTo>
                  <a:pt x="5755745" y="2394242"/>
                  <a:pt x="5767619" y="2294070"/>
                  <a:pt x="5779325" y="2197069"/>
                </a:cubicBezTo>
                <a:cubicBezTo>
                  <a:pt x="5787753" y="2126095"/>
                  <a:pt x="5796001" y="2053736"/>
                  <a:pt x="5798671" y="1981601"/>
                </a:cubicBezTo>
                <a:close/>
                <a:moveTo>
                  <a:pt x="5829202" y="1971679"/>
                </a:moveTo>
                <a:cubicBezTo>
                  <a:pt x="5826736" y="2047481"/>
                  <a:pt x="5818154" y="2123904"/>
                  <a:pt x="5809558" y="2198043"/>
                </a:cubicBezTo>
                <a:cubicBezTo>
                  <a:pt x="5798026" y="2294159"/>
                  <a:pt x="5785973" y="2392938"/>
                  <a:pt x="5788653" y="2489430"/>
                </a:cubicBezTo>
                <a:cubicBezTo>
                  <a:pt x="5789524" y="2517790"/>
                  <a:pt x="5791665" y="2546759"/>
                  <a:pt x="5793439" y="2575235"/>
                </a:cubicBezTo>
                <a:cubicBezTo>
                  <a:pt x="5794815" y="2596366"/>
                  <a:pt x="5795822" y="2617001"/>
                  <a:pt x="5796837" y="2637633"/>
                </a:cubicBezTo>
                <a:cubicBezTo>
                  <a:pt x="5803017" y="2582794"/>
                  <a:pt x="5810098" y="2528066"/>
                  <a:pt x="5818614" y="2473055"/>
                </a:cubicBezTo>
                <a:cubicBezTo>
                  <a:pt x="5845917" y="2299125"/>
                  <a:pt x="5877599" y="2135758"/>
                  <a:pt x="5829202" y="1971679"/>
                </a:cubicBezTo>
                <a:close/>
                <a:moveTo>
                  <a:pt x="10578769" y="1962963"/>
                </a:moveTo>
                <a:cubicBezTo>
                  <a:pt x="10773649" y="2057701"/>
                  <a:pt x="10936285" y="2201237"/>
                  <a:pt x="11073823" y="2338658"/>
                </a:cubicBezTo>
                <a:cubicBezTo>
                  <a:pt x="10938241" y="2169232"/>
                  <a:pt x="10752627" y="1968969"/>
                  <a:pt x="10578769" y="1962963"/>
                </a:cubicBezTo>
                <a:close/>
                <a:moveTo>
                  <a:pt x="5911389" y="1898371"/>
                </a:moveTo>
                <a:cubicBezTo>
                  <a:pt x="6006914" y="2026768"/>
                  <a:pt x="6112955" y="2136857"/>
                  <a:pt x="6237627" y="2231921"/>
                </a:cubicBezTo>
                <a:cubicBezTo>
                  <a:pt x="6161282" y="2090381"/>
                  <a:pt x="6060308" y="1952200"/>
                  <a:pt x="5911389" y="1898371"/>
                </a:cubicBezTo>
                <a:close/>
                <a:moveTo>
                  <a:pt x="6944437" y="1575402"/>
                </a:moveTo>
                <a:cubicBezTo>
                  <a:pt x="6732842" y="1643305"/>
                  <a:pt x="6518352" y="1707201"/>
                  <a:pt x="6304730" y="1766654"/>
                </a:cubicBezTo>
                <a:cubicBezTo>
                  <a:pt x="6527947" y="1784949"/>
                  <a:pt x="6737901" y="1680839"/>
                  <a:pt x="6944437" y="1575402"/>
                </a:cubicBezTo>
                <a:close/>
                <a:moveTo>
                  <a:pt x="7019523" y="1519450"/>
                </a:moveTo>
                <a:cubicBezTo>
                  <a:pt x="6766096" y="1537552"/>
                  <a:pt x="6524653" y="1609537"/>
                  <a:pt x="6298091" y="1737122"/>
                </a:cubicBezTo>
                <a:cubicBezTo>
                  <a:pt x="6539381" y="1670594"/>
                  <a:pt x="6780997" y="1597715"/>
                  <a:pt x="7019523" y="1519450"/>
                </a:cubicBezTo>
                <a:close/>
                <a:moveTo>
                  <a:pt x="2399523" y="1428234"/>
                </a:moveTo>
                <a:cubicBezTo>
                  <a:pt x="2324192" y="1539775"/>
                  <a:pt x="2267478" y="1713586"/>
                  <a:pt x="2224982" y="1826201"/>
                </a:cubicBezTo>
                <a:cubicBezTo>
                  <a:pt x="2161246" y="1995817"/>
                  <a:pt x="2120250" y="2168765"/>
                  <a:pt x="2096099" y="2345900"/>
                </a:cubicBezTo>
                <a:cubicBezTo>
                  <a:pt x="2166834" y="2165047"/>
                  <a:pt x="2226331" y="1978598"/>
                  <a:pt x="2283317" y="1796925"/>
                </a:cubicBezTo>
                <a:close/>
                <a:moveTo>
                  <a:pt x="2448558" y="1373435"/>
                </a:moveTo>
                <a:lnTo>
                  <a:pt x="2312521" y="1806140"/>
                </a:lnTo>
                <a:cubicBezTo>
                  <a:pt x="2255817" y="1985569"/>
                  <a:pt x="2197150" y="2169492"/>
                  <a:pt x="2127533" y="2348380"/>
                </a:cubicBezTo>
                <a:cubicBezTo>
                  <a:pt x="2230881" y="2201722"/>
                  <a:pt x="2307261" y="2041905"/>
                  <a:pt x="2358080" y="1866134"/>
                </a:cubicBezTo>
                <a:cubicBezTo>
                  <a:pt x="2378743" y="1795373"/>
                  <a:pt x="2394349" y="1722940"/>
                  <a:pt x="2407436" y="1651070"/>
                </a:cubicBezTo>
                <a:cubicBezTo>
                  <a:pt x="2417458" y="1596892"/>
                  <a:pt x="2466254" y="1384915"/>
                  <a:pt x="2448558" y="1373435"/>
                </a:cubicBezTo>
                <a:close/>
                <a:moveTo>
                  <a:pt x="278707" y="1352270"/>
                </a:moveTo>
                <a:lnTo>
                  <a:pt x="321570" y="1861610"/>
                </a:lnTo>
                <a:cubicBezTo>
                  <a:pt x="336248" y="1725752"/>
                  <a:pt x="317508" y="1584885"/>
                  <a:pt x="294281" y="1440658"/>
                </a:cubicBezTo>
                <a:close/>
                <a:moveTo>
                  <a:pt x="1423821" y="1351958"/>
                </a:moveTo>
                <a:cubicBezTo>
                  <a:pt x="1426859" y="1507722"/>
                  <a:pt x="1587831" y="1796280"/>
                  <a:pt x="1638521" y="1908470"/>
                </a:cubicBezTo>
                <a:cubicBezTo>
                  <a:pt x="1674424" y="1987707"/>
                  <a:pt x="1711105" y="2070587"/>
                  <a:pt x="1754199" y="2149284"/>
                </a:cubicBezTo>
                <a:cubicBezTo>
                  <a:pt x="1797295" y="2227981"/>
                  <a:pt x="1846801" y="2302493"/>
                  <a:pt x="1908359" y="2364988"/>
                </a:cubicBezTo>
                <a:cubicBezTo>
                  <a:pt x="1805946" y="2193096"/>
                  <a:pt x="1725953" y="2007134"/>
                  <a:pt x="1647661" y="1825945"/>
                </a:cubicBezTo>
                <a:cubicBezTo>
                  <a:pt x="1579500" y="1667751"/>
                  <a:pt x="1508533" y="1505355"/>
                  <a:pt x="1423821" y="1351958"/>
                </a:cubicBezTo>
                <a:close/>
                <a:moveTo>
                  <a:pt x="9518298" y="1338235"/>
                </a:moveTo>
                <a:cubicBezTo>
                  <a:pt x="9531977" y="1651120"/>
                  <a:pt x="9677527" y="1999242"/>
                  <a:pt x="9838009" y="2272553"/>
                </a:cubicBezTo>
                <a:cubicBezTo>
                  <a:pt x="9825312" y="2235634"/>
                  <a:pt x="9815180" y="2197225"/>
                  <a:pt x="9805906" y="2159819"/>
                </a:cubicBezTo>
                <a:lnTo>
                  <a:pt x="9801623" y="2142555"/>
                </a:lnTo>
                <a:cubicBezTo>
                  <a:pt x="9756626" y="1964482"/>
                  <a:pt x="9698390" y="1787247"/>
                  <a:pt x="9628671" y="1617375"/>
                </a:cubicBezTo>
                <a:cubicBezTo>
                  <a:pt x="9618364" y="1593060"/>
                  <a:pt x="9608603" y="1568967"/>
                  <a:pt x="9598299" y="1544643"/>
                </a:cubicBezTo>
                <a:cubicBezTo>
                  <a:pt x="9570133" y="1477354"/>
                  <a:pt x="9541339" y="1408510"/>
                  <a:pt x="9518298" y="1338235"/>
                </a:cubicBezTo>
                <a:close/>
                <a:moveTo>
                  <a:pt x="1431890" y="1306475"/>
                </a:moveTo>
                <a:cubicBezTo>
                  <a:pt x="1458339" y="1352187"/>
                  <a:pt x="1483952" y="1399016"/>
                  <a:pt x="1507597" y="1446132"/>
                </a:cubicBezTo>
                <a:cubicBezTo>
                  <a:pt x="1568403" y="1567288"/>
                  <a:pt x="1621917" y="1692101"/>
                  <a:pt x="1674586" y="1813832"/>
                </a:cubicBezTo>
                <a:cubicBezTo>
                  <a:pt x="1719648" y="1918315"/>
                  <a:pt x="1765554" y="2024477"/>
                  <a:pt x="1815950" y="2128564"/>
                </a:cubicBezTo>
                <a:cubicBezTo>
                  <a:pt x="1866346" y="2232648"/>
                  <a:pt x="1921228" y="2334658"/>
                  <a:pt x="1984242" y="2430829"/>
                </a:cubicBezTo>
                <a:cubicBezTo>
                  <a:pt x="1994073" y="2437830"/>
                  <a:pt x="2003908" y="2444836"/>
                  <a:pt x="2014023" y="2450995"/>
                </a:cubicBezTo>
                <a:cubicBezTo>
                  <a:pt x="1956448" y="2239741"/>
                  <a:pt x="1853160" y="2049325"/>
                  <a:pt x="1747337" y="1855264"/>
                </a:cubicBezTo>
                <a:cubicBezTo>
                  <a:pt x="1678102" y="1728504"/>
                  <a:pt x="1608870" y="1601753"/>
                  <a:pt x="1533749" y="1478656"/>
                </a:cubicBezTo>
                <a:cubicBezTo>
                  <a:pt x="1510398" y="1440515"/>
                  <a:pt x="1454048" y="1294657"/>
                  <a:pt x="1431890" y="1306475"/>
                </a:cubicBezTo>
                <a:close/>
                <a:moveTo>
                  <a:pt x="5052692" y="1292994"/>
                </a:moveTo>
                <a:cubicBezTo>
                  <a:pt x="5103155" y="1406739"/>
                  <a:pt x="5153078" y="1520878"/>
                  <a:pt x="5200661" y="1635186"/>
                </a:cubicBezTo>
                <a:cubicBezTo>
                  <a:pt x="5238218" y="1725483"/>
                  <a:pt x="5273610" y="1815047"/>
                  <a:pt x="5297138" y="1906351"/>
                </a:cubicBezTo>
                <a:cubicBezTo>
                  <a:pt x="5281533" y="1683399"/>
                  <a:pt x="5177210" y="1491946"/>
                  <a:pt x="5052692" y="1292994"/>
                </a:cubicBezTo>
                <a:close/>
                <a:moveTo>
                  <a:pt x="9528078" y="1278636"/>
                </a:moveTo>
                <a:cubicBezTo>
                  <a:pt x="9552982" y="1365794"/>
                  <a:pt x="9588937" y="1451189"/>
                  <a:pt x="9623946" y="1534260"/>
                </a:cubicBezTo>
                <a:lnTo>
                  <a:pt x="9654858" y="1607218"/>
                </a:lnTo>
                <a:cubicBezTo>
                  <a:pt x="9724183" y="1774989"/>
                  <a:pt x="9781702" y="1949347"/>
                  <a:pt x="9826304" y="2125320"/>
                </a:cubicBezTo>
                <a:cubicBezTo>
                  <a:pt x="9794296" y="1963695"/>
                  <a:pt x="9753660" y="1804203"/>
                  <a:pt x="9701198" y="1646797"/>
                </a:cubicBezTo>
                <a:cubicBezTo>
                  <a:pt x="9655682" y="1511000"/>
                  <a:pt x="9586050" y="1397178"/>
                  <a:pt x="9528078" y="1278636"/>
                </a:cubicBezTo>
                <a:close/>
                <a:moveTo>
                  <a:pt x="5009948" y="1273619"/>
                </a:moveTo>
                <a:cubicBezTo>
                  <a:pt x="5013363" y="1406203"/>
                  <a:pt x="5078144" y="1538571"/>
                  <a:pt x="5121777" y="1654213"/>
                </a:cubicBezTo>
                <a:cubicBezTo>
                  <a:pt x="5175625" y="1795269"/>
                  <a:pt x="5233597" y="1934093"/>
                  <a:pt x="5293545" y="2072247"/>
                </a:cubicBezTo>
                <a:cubicBezTo>
                  <a:pt x="5293533" y="2069971"/>
                  <a:pt x="5294060" y="2067298"/>
                  <a:pt x="5294042" y="2065019"/>
                </a:cubicBezTo>
                <a:cubicBezTo>
                  <a:pt x="5282123" y="1924099"/>
                  <a:pt x="5230273" y="1786942"/>
                  <a:pt x="5171936" y="1647613"/>
                </a:cubicBezTo>
                <a:cubicBezTo>
                  <a:pt x="5119977" y="1522743"/>
                  <a:pt x="5065315" y="1397539"/>
                  <a:pt x="5009948" y="1273619"/>
                </a:cubicBezTo>
                <a:close/>
                <a:moveTo>
                  <a:pt x="655236" y="1268632"/>
                </a:moveTo>
                <a:cubicBezTo>
                  <a:pt x="717895" y="1408869"/>
                  <a:pt x="771574" y="1550454"/>
                  <a:pt x="839521" y="1685315"/>
                </a:cubicBezTo>
                <a:cubicBezTo>
                  <a:pt x="907470" y="1820177"/>
                  <a:pt x="989683" y="1948318"/>
                  <a:pt x="1109416" y="2061663"/>
                </a:cubicBezTo>
                <a:cubicBezTo>
                  <a:pt x="1177718" y="2126399"/>
                  <a:pt x="1244319" y="2184954"/>
                  <a:pt x="1298300" y="2247742"/>
                </a:cubicBezTo>
                <a:cubicBezTo>
                  <a:pt x="1250168" y="2156040"/>
                  <a:pt x="1187457" y="2071655"/>
                  <a:pt x="1125871" y="1989513"/>
                </a:cubicBezTo>
                <a:cubicBezTo>
                  <a:pt x="1076370" y="1923070"/>
                  <a:pt x="1025189" y="1854667"/>
                  <a:pt x="981574" y="1783157"/>
                </a:cubicBezTo>
                <a:cubicBezTo>
                  <a:pt x="960475" y="1748106"/>
                  <a:pt x="941058" y="1712211"/>
                  <a:pt x="922198" y="1677437"/>
                </a:cubicBezTo>
                <a:cubicBezTo>
                  <a:pt x="905028" y="1646031"/>
                  <a:pt x="887579" y="1614059"/>
                  <a:pt x="869293" y="1583214"/>
                </a:cubicBezTo>
                <a:cubicBezTo>
                  <a:pt x="832994" y="1522086"/>
                  <a:pt x="791368" y="1462924"/>
                  <a:pt x="751431" y="1405731"/>
                </a:cubicBezTo>
                <a:close/>
                <a:moveTo>
                  <a:pt x="6516292" y="1263064"/>
                </a:moveTo>
                <a:cubicBezTo>
                  <a:pt x="6288018" y="1373581"/>
                  <a:pt x="6031500" y="1451909"/>
                  <a:pt x="5736320" y="1501803"/>
                </a:cubicBezTo>
                <a:cubicBezTo>
                  <a:pt x="6001708" y="1565837"/>
                  <a:pt x="6267694" y="1408906"/>
                  <a:pt x="6516292" y="1263064"/>
                </a:cubicBezTo>
                <a:close/>
                <a:moveTo>
                  <a:pt x="291466" y="1250369"/>
                </a:moveTo>
                <a:cubicBezTo>
                  <a:pt x="302228" y="1312380"/>
                  <a:pt x="313548" y="1374109"/>
                  <a:pt x="323180" y="1435283"/>
                </a:cubicBezTo>
                <a:cubicBezTo>
                  <a:pt x="347262" y="1585402"/>
                  <a:pt x="366566" y="1733005"/>
                  <a:pt x="349381" y="1875041"/>
                </a:cubicBezTo>
                <a:cubicBezTo>
                  <a:pt x="398887" y="1761016"/>
                  <a:pt x="404047" y="1643975"/>
                  <a:pt x="374363" y="1506494"/>
                </a:cubicBezTo>
                <a:cubicBezTo>
                  <a:pt x="356845" y="1425406"/>
                  <a:pt x="334841" y="1350786"/>
                  <a:pt x="302168" y="1274495"/>
                </a:cubicBezTo>
                <a:cubicBezTo>
                  <a:pt x="298229" y="1265236"/>
                  <a:pt x="295129" y="1257666"/>
                  <a:pt x="291466" y="1250369"/>
                </a:cubicBezTo>
                <a:close/>
                <a:moveTo>
                  <a:pt x="678222" y="1248670"/>
                </a:moveTo>
                <a:lnTo>
                  <a:pt x="775536" y="1388015"/>
                </a:lnTo>
                <a:cubicBezTo>
                  <a:pt x="815764" y="1445771"/>
                  <a:pt x="857669" y="1505484"/>
                  <a:pt x="894529" y="1567739"/>
                </a:cubicBezTo>
                <a:cubicBezTo>
                  <a:pt x="913103" y="1599148"/>
                  <a:pt x="930546" y="1631115"/>
                  <a:pt x="948000" y="1663088"/>
                </a:cubicBezTo>
                <a:cubicBezTo>
                  <a:pt x="966853" y="1697859"/>
                  <a:pt x="986277" y="1733757"/>
                  <a:pt x="1006812" y="1767683"/>
                </a:cubicBezTo>
                <a:cubicBezTo>
                  <a:pt x="1049303" y="1838347"/>
                  <a:pt x="1100205" y="1906189"/>
                  <a:pt x="1149133" y="1971513"/>
                </a:cubicBezTo>
                <a:cubicBezTo>
                  <a:pt x="1215506" y="2060384"/>
                  <a:pt x="1283561" y="2151216"/>
                  <a:pt x="1333952" y="2251620"/>
                </a:cubicBezTo>
                <a:lnTo>
                  <a:pt x="1337329" y="2258350"/>
                </a:lnTo>
                <a:cubicBezTo>
                  <a:pt x="1352131" y="2023413"/>
                  <a:pt x="1145204" y="1784597"/>
                  <a:pt x="1014726" y="1615556"/>
                </a:cubicBezTo>
                <a:cubicBezTo>
                  <a:pt x="911517" y="1481269"/>
                  <a:pt x="800192" y="1360189"/>
                  <a:pt x="678222" y="1248670"/>
                </a:cubicBezTo>
                <a:close/>
                <a:moveTo>
                  <a:pt x="9441752" y="1245311"/>
                </a:moveTo>
                <a:cubicBezTo>
                  <a:pt x="9367449" y="1271794"/>
                  <a:pt x="9313207" y="1329954"/>
                  <a:pt x="9278979" y="1406236"/>
                </a:cubicBezTo>
                <a:cubicBezTo>
                  <a:pt x="9261017" y="1445630"/>
                  <a:pt x="9242585" y="1502850"/>
                  <a:pt x="9235540" y="1546869"/>
                </a:cubicBezTo>
                <a:cubicBezTo>
                  <a:pt x="9223867" y="1618535"/>
                  <a:pt x="9230001" y="1614698"/>
                  <a:pt x="9264074" y="1557016"/>
                </a:cubicBezTo>
                <a:cubicBezTo>
                  <a:pt x="9325587" y="1454296"/>
                  <a:pt x="9384605" y="1349880"/>
                  <a:pt x="9441752" y="1245311"/>
                </a:cubicBezTo>
                <a:close/>
                <a:moveTo>
                  <a:pt x="6691602" y="1140573"/>
                </a:moveTo>
                <a:cubicBezTo>
                  <a:pt x="6646175" y="1158238"/>
                  <a:pt x="6598950" y="1175684"/>
                  <a:pt x="6571100" y="1183662"/>
                </a:cubicBezTo>
                <a:cubicBezTo>
                  <a:pt x="6462406" y="1213607"/>
                  <a:pt x="6352215" y="1234713"/>
                  <a:pt x="6241687" y="1257600"/>
                </a:cubicBezTo>
                <a:cubicBezTo>
                  <a:pt x="6040746" y="1299467"/>
                  <a:pt x="5893317" y="1420819"/>
                  <a:pt x="5693009" y="1478256"/>
                </a:cubicBezTo>
                <a:cubicBezTo>
                  <a:pt x="6021285" y="1426507"/>
                  <a:pt x="6301876" y="1340642"/>
                  <a:pt x="6548420" y="1214599"/>
                </a:cubicBezTo>
                <a:cubicBezTo>
                  <a:pt x="6567440" y="1204628"/>
                  <a:pt x="6586456" y="1194658"/>
                  <a:pt x="6605473" y="1184686"/>
                </a:cubicBezTo>
                <a:cubicBezTo>
                  <a:pt x="6633823" y="1169483"/>
                  <a:pt x="6662531" y="1154778"/>
                  <a:pt x="6691602" y="1140573"/>
                </a:cubicBezTo>
                <a:close/>
                <a:moveTo>
                  <a:pt x="4002475" y="1037802"/>
                </a:moveTo>
                <a:cubicBezTo>
                  <a:pt x="4001933" y="1038196"/>
                  <a:pt x="4000861" y="1038973"/>
                  <a:pt x="4000324" y="1039362"/>
                </a:cubicBezTo>
                <a:cubicBezTo>
                  <a:pt x="4001046" y="1040360"/>
                  <a:pt x="4002134" y="1041861"/>
                  <a:pt x="4002862" y="1042866"/>
                </a:cubicBezTo>
                <a:cubicBezTo>
                  <a:pt x="4002672" y="1041472"/>
                  <a:pt x="4002487" y="1040086"/>
                  <a:pt x="4002475" y="1037802"/>
                </a:cubicBezTo>
                <a:close/>
                <a:moveTo>
                  <a:pt x="506322" y="1020997"/>
                </a:moveTo>
                <a:cubicBezTo>
                  <a:pt x="513282" y="1018930"/>
                  <a:pt x="522180" y="1021005"/>
                  <a:pt x="533068" y="1029409"/>
                </a:cubicBezTo>
                <a:cubicBezTo>
                  <a:pt x="813777" y="1244537"/>
                  <a:pt x="1037861" y="1510547"/>
                  <a:pt x="1232525" y="1804675"/>
                </a:cubicBezTo>
                <a:cubicBezTo>
                  <a:pt x="1347857" y="1978510"/>
                  <a:pt x="1448039" y="2155739"/>
                  <a:pt x="1388858" y="2368011"/>
                </a:cubicBezTo>
                <a:cubicBezTo>
                  <a:pt x="1387462" y="2372226"/>
                  <a:pt x="1385496" y="2375314"/>
                  <a:pt x="1384098" y="2378125"/>
                </a:cubicBezTo>
                <a:cubicBezTo>
                  <a:pt x="1412260" y="2438425"/>
                  <a:pt x="1428077" y="2506324"/>
                  <a:pt x="1425393" y="2589124"/>
                </a:cubicBezTo>
                <a:cubicBezTo>
                  <a:pt x="1425681" y="2592488"/>
                  <a:pt x="1424559" y="2594453"/>
                  <a:pt x="1424001" y="2597541"/>
                </a:cubicBezTo>
                <a:cubicBezTo>
                  <a:pt x="1672217" y="2669579"/>
                  <a:pt x="1915127" y="2759032"/>
                  <a:pt x="2152729" y="2864487"/>
                </a:cubicBezTo>
                <a:cubicBezTo>
                  <a:pt x="2132903" y="2746636"/>
                  <a:pt x="2106350" y="2629357"/>
                  <a:pt x="2020609" y="2539671"/>
                </a:cubicBezTo>
                <a:cubicBezTo>
                  <a:pt x="2019486" y="2538832"/>
                  <a:pt x="2019482" y="2537426"/>
                  <a:pt x="2018920" y="2536309"/>
                </a:cubicBezTo>
                <a:cubicBezTo>
                  <a:pt x="1612986" y="2284320"/>
                  <a:pt x="1451410" y="1593008"/>
                  <a:pt x="1342441" y="1173017"/>
                </a:cubicBezTo>
                <a:cubicBezTo>
                  <a:pt x="1338482" y="1156742"/>
                  <a:pt x="1345418" y="1103405"/>
                  <a:pt x="1367925" y="1135648"/>
                </a:cubicBezTo>
                <a:cubicBezTo>
                  <a:pt x="1515878" y="1352095"/>
                  <a:pt x="1645605" y="1576999"/>
                  <a:pt x="1771401" y="1806673"/>
                </a:cubicBezTo>
                <a:cubicBezTo>
                  <a:pt x="1841477" y="1935111"/>
                  <a:pt x="1914363" y="2063547"/>
                  <a:pt x="1972385" y="2198735"/>
                </a:cubicBezTo>
                <a:cubicBezTo>
                  <a:pt x="1982518" y="2221738"/>
                  <a:pt x="2018367" y="2353316"/>
                  <a:pt x="2040892" y="2405205"/>
                </a:cubicBezTo>
                <a:cubicBezTo>
                  <a:pt x="2009600" y="2310668"/>
                  <a:pt x="2111587" y="2005996"/>
                  <a:pt x="2131689" y="1936926"/>
                </a:cubicBezTo>
                <a:cubicBezTo>
                  <a:pt x="2203731" y="1690111"/>
                  <a:pt x="2314813" y="1463729"/>
                  <a:pt x="2454820" y="1248808"/>
                </a:cubicBezTo>
                <a:cubicBezTo>
                  <a:pt x="2475264" y="1216788"/>
                  <a:pt x="2493340" y="1290570"/>
                  <a:pt x="2492512" y="1302920"/>
                </a:cubicBezTo>
                <a:cubicBezTo>
                  <a:pt x="2465675" y="1747535"/>
                  <a:pt x="2370053" y="2178216"/>
                  <a:pt x="2081216" y="2527513"/>
                </a:cubicBezTo>
                <a:cubicBezTo>
                  <a:pt x="2081497" y="2528073"/>
                  <a:pt x="2081211" y="2528916"/>
                  <a:pt x="2081211" y="2528916"/>
                </a:cubicBezTo>
                <a:cubicBezTo>
                  <a:pt x="2150699" y="2633778"/>
                  <a:pt x="2178105" y="2756954"/>
                  <a:pt x="2199067" y="2884061"/>
                </a:cubicBezTo>
                <a:cubicBezTo>
                  <a:pt x="2641128" y="3084915"/>
                  <a:pt x="3028660" y="3311628"/>
                  <a:pt x="3192586" y="3411496"/>
                </a:cubicBezTo>
                <a:cubicBezTo>
                  <a:pt x="3356510" y="3511368"/>
                  <a:pt x="3237401" y="3517312"/>
                  <a:pt x="3182620" y="3483279"/>
                </a:cubicBezTo>
                <a:cubicBezTo>
                  <a:pt x="3055506" y="3404310"/>
                  <a:pt x="2789863" y="3259545"/>
                  <a:pt x="2435119" y="3080173"/>
                </a:cubicBezTo>
                <a:lnTo>
                  <a:pt x="2410152" y="3063751"/>
                </a:lnTo>
                <a:lnTo>
                  <a:pt x="2408099" y="3064403"/>
                </a:lnTo>
                <a:lnTo>
                  <a:pt x="2407218" y="3070324"/>
                </a:lnTo>
                <a:cubicBezTo>
                  <a:pt x="2402612" y="3079171"/>
                  <a:pt x="2394080" y="3088906"/>
                  <a:pt x="2380138" y="3099341"/>
                </a:cubicBezTo>
                <a:cubicBezTo>
                  <a:pt x="2194333" y="3283170"/>
                  <a:pt x="1992503" y="3449064"/>
                  <a:pt x="1765923" y="3581043"/>
                </a:cubicBezTo>
                <a:cubicBezTo>
                  <a:pt x="1744896" y="3593696"/>
                  <a:pt x="1723857" y="3603555"/>
                  <a:pt x="1702258" y="3612286"/>
                </a:cubicBezTo>
                <a:cubicBezTo>
                  <a:pt x="1664333" y="3650747"/>
                  <a:pt x="1731601" y="3589836"/>
                  <a:pt x="1538370" y="3811804"/>
                </a:cubicBezTo>
                <a:cubicBezTo>
                  <a:pt x="1473491" y="3921431"/>
                  <a:pt x="1402113" y="4025542"/>
                  <a:pt x="1325720" y="4125411"/>
                </a:cubicBezTo>
                <a:lnTo>
                  <a:pt x="1206279" y="4267200"/>
                </a:lnTo>
                <a:lnTo>
                  <a:pt x="1115040" y="4267200"/>
                </a:lnTo>
                <a:lnTo>
                  <a:pt x="1258195" y="4099624"/>
                </a:lnTo>
                <a:cubicBezTo>
                  <a:pt x="1315987" y="4027073"/>
                  <a:pt x="1371166" y="3952247"/>
                  <a:pt x="1423113" y="3874565"/>
                </a:cubicBezTo>
                <a:lnTo>
                  <a:pt x="1260565" y="4031982"/>
                </a:lnTo>
                <a:cubicBezTo>
                  <a:pt x="1197929" y="4092559"/>
                  <a:pt x="1134310" y="4154329"/>
                  <a:pt x="1073327" y="4218727"/>
                </a:cubicBezTo>
                <a:lnTo>
                  <a:pt x="1032294" y="4267200"/>
                </a:lnTo>
                <a:lnTo>
                  <a:pt x="993830" y="4267200"/>
                </a:lnTo>
                <a:lnTo>
                  <a:pt x="1051860" y="4198693"/>
                </a:lnTo>
                <a:cubicBezTo>
                  <a:pt x="1113440" y="4133732"/>
                  <a:pt x="1177549" y="4071540"/>
                  <a:pt x="1240607" y="4010401"/>
                </a:cubicBezTo>
                <a:lnTo>
                  <a:pt x="1310106" y="3943217"/>
                </a:lnTo>
                <a:cubicBezTo>
                  <a:pt x="1174685" y="4033303"/>
                  <a:pt x="1054913" y="4139624"/>
                  <a:pt x="952103" y="4265972"/>
                </a:cubicBezTo>
                <a:lnTo>
                  <a:pt x="951207" y="4267200"/>
                </a:lnTo>
                <a:lnTo>
                  <a:pt x="862760" y="4267200"/>
                </a:lnTo>
                <a:lnTo>
                  <a:pt x="909145" y="4199225"/>
                </a:lnTo>
                <a:cubicBezTo>
                  <a:pt x="998789" y="4086824"/>
                  <a:pt x="1101084" y="3991246"/>
                  <a:pt x="1214067" y="3908561"/>
                </a:cubicBezTo>
                <a:cubicBezTo>
                  <a:pt x="1023317" y="3973399"/>
                  <a:pt x="824392" y="4020568"/>
                  <a:pt x="640967" y="4105601"/>
                </a:cubicBezTo>
                <a:cubicBezTo>
                  <a:pt x="549674" y="4147907"/>
                  <a:pt x="460581" y="4194508"/>
                  <a:pt x="372807" y="4243651"/>
                </a:cubicBezTo>
                <a:lnTo>
                  <a:pt x="332830" y="4267200"/>
                </a:lnTo>
                <a:lnTo>
                  <a:pt x="168301" y="4267200"/>
                </a:lnTo>
                <a:lnTo>
                  <a:pt x="278002" y="4201399"/>
                </a:lnTo>
                <a:cubicBezTo>
                  <a:pt x="359885" y="4153808"/>
                  <a:pt x="442683" y="4107866"/>
                  <a:pt x="527241" y="4065078"/>
                </a:cubicBezTo>
                <a:cubicBezTo>
                  <a:pt x="838255" y="3908281"/>
                  <a:pt x="1212318" y="3863093"/>
                  <a:pt x="1510397" y="3684705"/>
                </a:cubicBezTo>
                <a:cubicBezTo>
                  <a:pt x="1390337" y="3729510"/>
                  <a:pt x="1267181" y="3766747"/>
                  <a:pt x="1146550" y="3802012"/>
                </a:cubicBezTo>
                <a:cubicBezTo>
                  <a:pt x="997862" y="3845736"/>
                  <a:pt x="843568" y="3890871"/>
                  <a:pt x="698834" y="3952272"/>
                </a:cubicBezTo>
                <a:cubicBezTo>
                  <a:pt x="519814" y="4027898"/>
                  <a:pt x="352828" y="4127506"/>
                  <a:pt x="192528" y="4236299"/>
                </a:cubicBezTo>
                <a:lnTo>
                  <a:pt x="148586" y="4267200"/>
                </a:lnTo>
                <a:lnTo>
                  <a:pt x="98116" y="4267200"/>
                </a:lnTo>
                <a:lnTo>
                  <a:pt x="169669" y="4216852"/>
                </a:lnTo>
                <a:cubicBezTo>
                  <a:pt x="333361" y="4105506"/>
                  <a:pt x="504130" y="4002947"/>
                  <a:pt x="687572" y="3925629"/>
                </a:cubicBezTo>
                <a:cubicBezTo>
                  <a:pt x="833705" y="3864223"/>
                  <a:pt x="989118" y="3818520"/>
                  <a:pt x="1138365" y="3774515"/>
                </a:cubicBezTo>
                <a:cubicBezTo>
                  <a:pt x="1260121" y="3738686"/>
                  <a:pt x="1384681" y="3701451"/>
                  <a:pt x="1505579" y="3655526"/>
                </a:cubicBezTo>
                <a:cubicBezTo>
                  <a:pt x="1442294" y="3658846"/>
                  <a:pt x="1378650" y="3655854"/>
                  <a:pt x="1313114" y="3655216"/>
                </a:cubicBezTo>
                <a:cubicBezTo>
                  <a:pt x="1247578" y="3654578"/>
                  <a:pt x="1180153" y="3656293"/>
                  <a:pt x="1109304" y="3669030"/>
                </a:cubicBezTo>
                <a:cubicBezTo>
                  <a:pt x="794692" y="3725281"/>
                  <a:pt x="516258" y="3901624"/>
                  <a:pt x="258951" y="4111994"/>
                </a:cubicBezTo>
                <a:lnTo>
                  <a:pt x="80807" y="4267200"/>
                </a:lnTo>
                <a:lnTo>
                  <a:pt x="0" y="4267200"/>
                </a:lnTo>
                <a:lnTo>
                  <a:pt x="0" y="4233763"/>
                </a:lnTo>
                <a:lnTo>
                  <a:pt x="36881" y="4200118"/>
                </a:lnTo>
                <a:cubicBezTo>
                  <a:pt x="302143" y="3962792"/>
                  <a:pt x="585478" y="3740226"/>
                  <a:pt x="910534" y="3629753"/>
                </a:cubicBezTo>
                <a:cubicBezTo>
                  <a:pt x="1140280" y="3551663"/>
                  <a:pt x="1356783" y="3624873"/>
                  <a:pt x="1578717" y="3575982"/>
                </a:cubicBezTo>
                <a:cubicBezTo>
                  <a:pt x="1857881" y="3513822"/>
                  <a:pt x="2134207" y="3238918"/>
                  <a:pt x="2338780" y="3033725"/>
                </a:cubicBezTo>
                <a:cubicBezTo>
                  <a:pt x="2165203" y="2949506"/>
                  <a:pt x="1987990" y="2873430"/>
                  <a:pt x="1807991" y="2807184"/>
                </a:cubicBezTo>
                <a:cubicBezTo>
                  <a:pt x="1696192" y="2934214"/>
                  <a:pt x="1567238" y="3035444"/>
                  <a:pt x="1416358" y="3112571"/>
                </a:cubicBezTo>
                <a:cubicBezTo>
                  <a:pt x="1318658" y="3280278"/>
                  <a:pt x="1112986" y="3321000"/>
                  <a:pt x="939066" y="3378798"/>
                </a:cubicBezTo>
                <a:cubicBezTo>
                  <a:pt x="668357" y="3469020"/>
                  <a:pt x="393418" y="3543804"/>
                  <a:pt x="115099" y="3607650"/>
                </a:cubicBezTo>
                <a:cubicBezTo>
                  <a:pt x="80589" y="3615844"/>
                  <a:pt x="67554" y="3533906"/>
                  <a:pt x="97284" y="3520393"/>
                </a:cubicBezTo>
                <a:cubicBezTo>
                  <a:pt x="382521" y="3387774"/>
                  <a:pt x="642160" y="3215335"/>
                  <a:pt x="922050" y="3074867"/>
                </a:cubicBezTo>
                <a:cubicBezTo>
                  <a:pt x="1080787" y="2995199"/>
                  <a:pt x="1233979" y="2960447"/>
                  <a:pt x="1405265" y="3016319"/>
                </a:cubicBezTo>
                <a:cubicBezTo>
                  <a:pt x="1406106" y="3016600"/>
                  <a:pt x="1406671" y="3017724"/>
                  <a:pt x="1407512" y="3018001"/>
                </a:cubicBezTo>
                <a:cubicBezTo>
                  <a:pt x="1526420" y="2954115"/>
                  <a:pt x="1632390" y="2874245"/>
                  <a:pt x="1726266" y="2777274"/>
                </a:cubicBezTo>
                <a:cubicBezTo>
                  <a:pt x="1369635" y="2651515"/>
                  <a:pt x="1000990" y="2561972"/>
                  <a:pt x="625390" y="2514541"/>
                </a:cubicBezTo>
                <a:cubicBezTo>
                  <a:pt x="624559" y="2519877"/>
                  <a:pt x="622878" y="2524928"/>
                  <a:pt x="619799" y="2527180"/>
                </a:cubicBezTo>
                <a:cubicBezTo>
                  <a:pt x="509037" y="2598914"/>
                  <a:pt x="403069" y="2677377"/>
                  <a:pt x="310030" y="2771818"/>
                </a:cubicBezTo>
                <a:cubicBezTo>
                  <a:pt x="266034" y="2817076"/>
                  <a:pt x="224887" y="2891795"/>
                  <a:pt x="173877" y="2937056"/>
                </a:cubicBezTo>
                <a:cubicBezTo>
                  <a:pt x="145840" y="3003792"/>
                  <a:pt x="113686" y="3071134"/>
                  <a:pt x="77889" y="3138440"/>
                </a:cubicBezTo>
                <a:lnTo>
                  <a:pt x="0" y="3271395"/>
                </a:lnTo>
                <a:lnTo>
                  <a:pt x="0" y="3153002"/>
                </a:lnTo>
                <a:lnTo>
                  <a:pt x="2386" y="3149203"/>
                </a:lnTo>
                <a:cubicBezTo>
                  <a:pt x="33821" y="3095439"/>
                  <a:pt x="63030" y="3041490"/>
                  <a:pt x="89753" y="2987702"/>
                </a:cubicBezTo>
                <a:cubicBezTo>
                  <a:pt x="85546" y="2993322"/>
                  <a:pt x="81066" y="2999788"/>
                  <a:pt x="76869" y="3005404"/>
                </a:cubicBezTo>
                <a:cubicBezTo>
                  <a:pt x="63139" y="3024231"/>
                  <a:pt x="48575" y="3042776"/>
                  <a:pt x="32049" y="3065814"/>
                </a:cubicBezTo>
                <a:lnTo>
                  <a:pt x="0" y="3108744"/>
                </a:lnTo>
                <a:lnTo>
                  <a:pt x="0" y="3058059"/>
                </a:lnTo>
                <a:lnTo>
                  <a:pt x="7610" y="3047889"/>
                </a:lnTo>
                <a:cubicBezTo>
                  <a:pt x="24410" y="3025415"/>
                  <a:pt x="38695" y="3006301"/>
                  <a:pt x="52419" y="2987479"/>
                </a:cubicBezTo>
                <a:cubicBezTo>
                  <a:pt x="54382" y="2984385"/>
                  <a:pt x="57184" y="2981579"/>
                  <a:pt x="59142" y="2978488"/>
                </a:cubicBezTo>
                <a:lnTo>
                  <a:pt x="0" y="3015334"/>
                </a:lnTo>
                <a:lnTo>
                  <a:pt x="0" y="2914286"/>
                </a:lnTo>
                <a:lnTo>
                  <a:pt x="36383" y="2901128"/>
                </a:lnTo>
                <a:cubicBezTo>
                  <a:pt x="76283" y="2885228"/>
                  <a:pt x="116303" y="2866415"/>
                  <a:pt x="156329" y="2840533"/>
                </a:cubicBezTo>
                <a:cubicBezTo>
                  <a:pt x="229785" y="2792431"/>
                  <a:pt x="289125" y="2682604"/>
                  <a:pt x="358355" y="2620471"/>
                </a:cubicBezTo>
                <a:cubicBezTo>
                  <a:pt x="406846" y="2577174"/>
                  <a:pt x="457591" y="2538372"/>
                  <a:pt x="510577" y="2501244"/>
                </a:cubicBezTo>
                <a:cubicBezTo>
                  <a:pt x="411488" y="2490937"/>
                  <a:pt x="311929" y="2483543"/>
                  <a:pt x="211967" y="2479171"/>
                </a:cubicBezTo>
                <a:lnTo>
                  <a:pt x="0" y="2476398"/>
                </a:lnTo>
                <a:lnTo>
                  <a:pt x="0" y="2389189"/>
                </a:lnTo>
                <a:lnTo>
                  <a:pt x="103062" y="2389518"/>
                </a:lnTo>
                <a:cubicBezTo>
                  <a:pt x="239716" y="2392822"/>
                  <a:pt x="375712" y="2401808"/>
                  <a:pt x="510734" y="2416201"/>
                </a:cubicBezTo>
                <a:cubicBezTo>
                  <a:pt x="453295" y="2294758"/>
                  <a:pt x="388809" y="2156489"/>
                  <a:pt x="279257" y="2092102"/>
                </a:cubicBezTo>
                <a:cubicBezTo>
                  <a:pt x="214509" y="2054029"/>
                  <a:pt x="140169" y="2030776"/>
                  <a:pt x="65265" y="2006049"/>
                </a:cubicBezTo>
                <a:lnTo>
                  <a:pt x="0" y="1982532"/>
                </a:lnTo>
                <a:lnTo>
                  <a:pt x="0" y="1912789"/>
                </a:lnTo>
                <a:lnTo>
                  <a:pt x="97460" y="1953725"/>
                </a:lnTo>
                <a:cubicBezTo>
                  <a:pt x="140146" y="1968817"/>
                  <a:pt x="181972" y="1973804"/>
                  <a:pt x="221272" y="1980766"/>
                </a:cubicBezTo>
                <a:cubicBezTo>
                  <a:pt x="184478" y="1960612"/>
                  <a:pt x="148800" y="1938494"/>
                  <a:pt x="116765" y="1911033"/>
                </a:cubicBezTo>
                <a:cubicBezTo>
                  <a:pt x="78825" y="1878815"/>
                  <a:pt x="47051" y="1840696"/>
                  <a:pt x="16405" y="1803412"/>
                </a:cubicBezTo>
                <a:lnTo>
                  <a:pt x="0" y="1784777"/>
                </a:lnTo>
                <a:lnTo>
                  <a:pt x="0" y="1740082"/>
                </a:lnTo>
                <a:lnTo>
                  <a:pt x="39394" y="1784856"/>
                </a:lnTo>
                <a:cubicBezTo>
                  <a:pt x="69479" y="1821014"/>
                  <a:pt x="100126" y="1858299"/>
                  <a:pt x="135813" y="1888838"/>
                </a:cubicBezTo>
                <a:cubicBezTo>
                  <a:pt x="168411" y="1916009"/>
                  <a:pt x="204933" y="1938411"/>
                  <a:pt x="242575" y="1958841"/>
                </a:cubicBezTo>
                <a:cubicBezTo>
                  <a:pt x="195379" y="1882642"/>
                  <a:pt x="141547" y="1815083"/>
                  <a:pt x="82197" y="1754826"/>
                </a:cubicBezTo>
                <a:lnTo>
                  <a:pt x="0" y="1679650"/>
                </a:lnTo>
                <a:lnTo>
                  <a:pt x="0" y="1602463"/>
                </a:lnTo>
                <a:lnTo>
                  <a:pt x="84689" y="1677442"/>
                </a:lnTo>
                <a:cubicBezTo>
                  <a:pt x="165950" y="1759826"/>
                  <a:pt x="237786" y="1855565"/>
                  <a:pt x="298437" y="1968019"/>
                </a:cubicBezTo>
                <a:lnTo>
                  <a:pt x="227269" y="1114064"/>
                </a:lnTo>
                <a:cubicBezTo>
                  <a:pt x="226129" y="1099191"/>
                  <a:pt x="230003" y="1062136"/>
                  <a:pt x="248003" y="1089613"/>
                </a:cubicBezTo>
                <a:cubicBezTo>
                  <a:pt x="349844" y="1249160"/>
                  <a:pt x="397556" y="1433768"/>
                  <a:pt x="427020" y="1619803"/>
                </a:cubicBezTo>
                <a:cubicBezTo>
                  <a:pt x="453086" y="1782272"/>
                  <a:pt x="422387" y="1897385"/>
                  <a:pt x="340345" y="2027739"/>
                </a:cubicBezTo>
                <a:cubicBezTo>
                  <a:pt x="347373" y="2033339"/>
                  <a:pt x="354114" y="2038383"/>
                  <a:pt x="360865" y="2044827"/>
                </a:cubicBezTo>
                <a:cubicBezTo>
                  <a:pt x="443500" y="2128340"/>
                  <a:pt x="506078" y="2306190"/>
                  <a:pt x="560414" y="2421457"/>
                </a:cubicBezTo>
                <a:cubicBezTo>
                  <a:pt x="831022" y="2452769"/>
                  <a:pt x="1098019" y="2506255"/>
                  <a:pt x="1359703" y="2578554"/>
                </a:cubicBezTo>
                <a:lnTo>
                  <a:pt x="1359422" y="2577994"/>
                </a:lnTo>
                <a:cubicBezTo>
                  <a:pt x="1370467" y="2269807"/>
                  <a:pt x="976420" y="2084880"/>
                  <a:pt x="828701" y="1839520"/>
                </a:cubicBezTo>
                <a:cubicBezTo>
                  <a:pt x="687172" y="1605098"/>
                  <a:pt x="631475" y="1330413"/>
                  <a:pt x="494427" y="1092333"/>
                </a:cubicBezTo>
                <a:cubicBezTo>
                  <a:pt x="481980" y="1070671"/>
                  <a:pt x="485440" y="1027197"/>
                  <a:pt x="506322" y="1020997"/>
                </a:cubicBezTo>
                <a:close/>
                <a:moveTo>
                  <a:pt x="4570198" y="978081"/>
                </a:moveTo>
                <a:cubicBezTo>
                  <a:pt x="4555714" y="1028259"/>
                  <a:pt x="4540870" y="1077934"/>
                  <a:pt x="4523691" y="1127776"/>
                </a:cubicBezTo>
                <a:lnTo>
                  <a:pt x="4509875" y="1167552"/>
                </a:lnTo>
                <a:cubicBezTo>
                  <a:pt x="4498703" y="1198545"/>
                  <a:pt x="4488074" y="1229138"/>
                  <a:pt x="4478168" y="1260735"/>
                </a:cubicBezTo>
                <a:cubicBezTo>
                  <a:pt x="4437866" y="1392962"/>
                  <a:pt x="4423333" y="1532451"/>
                  <a:pt x="4409309" y="1666996"/>
                </a:cubicBezTo>
                <a:cubicBezTo>
                  <a:pt x="4399387" y="1761934"/>
                  <a:pt x="4389478" y="1859162"/>
                  <a:pt x="4370031" y="1955666"/>
                </a:cubicBezTo>
                <a:cubicBezTo>
                  <a:pt x="4495511" y="1636562"/>
                  <a:pt x="4590903" y="1311031"/>
                  <a:pt x="4570198" y="978081"/>
                </a:cubicBezTo>
                <a:close/>
                <a:moveTo>
                  <a:pt x="12149131" y="959050"/>
                </a:moveTo>
                <a:cubicBezTo>
                  <a:pt x="12135265" y="975072"/>
                  <a:pt x="12121401" y="991089"/>
                  <a:pt x="12105664" y="1006960"/>
                </a:cubicBezTo>
                <a:cubicBezTo>
                  <a:pt x="12040174" y="1071943"/>
                  <a:pt x="11966532" y="1125748"/>
                  <a:pt x="11883102" y="1184424"/>
                </a:cubicBezTo>
                <a:cubicBezTo>
                  <a:pt x="11822339" y="1227583"/>
                  <a:pt x="11746281" y="1281016"/>
                  <a:pt x="11665174" y="1317493"/>
                </a:cubicBezTo>
                <a:cubicBezTo>
                  <a:pt x="11640620" y="1328342"/>
                  <a:pt x="11615753" y="1338416"/>
                  <a:pt x="11590337" y="1348256"/>
                </a:cubicBezTo>
                <a:cubicBezTo>
                  <a:pt x="11556383" y="1361567"/>
                  <a:pt x="11523739" y="1374791"/>
                  <a:pt x="11492588" y="1390573"/>
                </a:cubicBezTo>
                <a:cubicBezTo>
                  <a:pt x="11632969" y="1358579"/>
                  <a:pt x="11770492" y="1298342"/>
                  <a:pt x="11888865" y="1220988"/>
                </a:cubicBezTo>
                <a:cubicBezTo>
                  <a:pt x="11984266" y="1158366"/>
                  <a:pt x="12085135" y="1064584"/>
                  <a:pt x="12149131" y="959050"/>
                </a:cubicBezTo>
                <a:close/>
                <a:moveTo>
                  <a:pt x="4557898" y="900011"/>
                </a:moveTo>
                <a:cubicBezTo>
                  <a:pt x="4330292" y="1199280"/>
                  <a:pt x="4335713" y="1567725"/>
                  <a:pt x="4344840" y="1922038"/>
                </a:cubicBezTo>
                <a:cubicBezTo>
                  <a:pt x="4360210" y="1836882"/>
                  <a:pt x="4369815" y="1750562"/>
                  <a:pt x="4378710" y="1665516"/>
                </a:cubicBezTo>
                <a:cubicBezTo>
                  <a:pt x="4393083" y="1529197"/>
                  <a:pt x="4407432" y="1388309"/>
                  <a:pt x="4448798" y="1253024"/>
                </a:cubicBezTo>
                <a:cubicBezTo>
                  <a:pt x="4458700" y="1221425"/>
                  <a:pt x="4469507" y="1189944"/>
                  <a:pt x="4480315" y="1158454"/>
                </a:cubicBezTo>
                <a:lnTo>
                  <a:pt x="4494133" y="1118676"/>
                </a:lnTo>
                <a:cubicBezTo>
                  <a:pt x="4518925" y="1046526"/>
                  <a:pt x="4539765" y="973431"/>
                  <a:pt x="4557898" y="900011"/>
                </a:cubicBezTo>
                <a:close/>
                <a:moveTo>
                  <a:pt x="5870151" y="898890"/>
                </a:moveTo>
                <a:cubicBezTo>
                  <a:pt x="5866911" y="898948"/>
                  <a:pt x="5864574" y="899121"/>
                  <a:pt x="5861335" y="899177"/>
                </a:cubicBezTo>
                <a:lnTo>
                  <a:pt x="5843702" y="899748"/>
                </a:lnTo>
                <a:cubicBezTo>
                  <a:pt x="5780018" y="902412"/>
                  <a:pt x="5714210" y="911192"/>
                  <a:pt x="5651107" y="920306"/>
                </a:cubicBezTo>
                <a:cubicBezTo>
                  <a:pt x="5588537" y="929031"/>
                  <a:pt x="5523624" y="937920"/>
                  <a:pt x="5459407" y="940975"/>
                </a:cubicBezTo>
                <a:cubicBezTo>
                  <a:pt x="5431523" y="942110"/>
                  <a:pt x="5402918" y="942237"/>
                  <a:pt x="5374846" y="941988"/>
                </a:cubicBezTo>
                <a:cubicBezTo>
                  <a:pt x="5336157" y="941792"/>
                  <a:pt x="5295497" y="942268"/>
                  <a:pt x="5256105" y="945632"/>
                </a:cubicBezTo>
                <a:cubicBezTo>
                  <a:pt x="5206829" y="950064"/>
                  <a:pt x="5155964" y="960232"/>
                  <a:pt x="5107071" y="969720"/>
                </a:cubicBezTo>
                <a:cubicBezTo>
                  <a:pt x="5071129" y="976700"/>
                  <a:pt x="5035177" y="983681"/>
                  <a:pt x="4998681" y="988771"/>
                </a:cubicBezTo>
                <a:cubicBezTo>
                  <a:pt x="5256175" y="1057755"/>
                  <a:pt x="5597864" y="989418"/>
                  <a:pt x="5870151" y="898890"/>
                </a:cubicBezTo>
                <a:close/>
                <a:moveTo>
                  <a:pt x="12190084" y="854709"/>
                </a:moveTo>
                <a:cubicBezTo>
                  <a:pt x="12181324" y="863235"/>
                  <a:pt x="12172252" y="870980"/>
                  <a:pt x="12162947" y="879275"/>
                </a:cubicBezTo>
                <a:cubicBezTo>
                  <a:pt x="12028326" y="998039"/>
                  <a:pt x="11883371" y="1121443"/>
                  <a:pt x="11721478" y="1216434"/>
                </a:cubicBezTo>
                <a:lnTo>
                  <a:pt x="11680712" y="1239730"/>
                </a:lnTo>
                <a:cubicBezTo>
                  <a:pt x="11620220" y="1274640"/>
                  <a:pt x="11558177" y="1310180"/>
                  <a:pt x="11505347" y="1352837"/>
                </a:cubicBezTo>
                <a:cubicBezTo>
                  <a:pt x="11530133" y="1341442"/>
                  <a:pt x="11555544" y="1331600"/>
                  <a:pt x="11580962" y="1321759"/>
                </a:cubicBezTo>
                <a:cubicBezTo>
                  <a:pt x="11605590" y="1312227"/>
                  <a:pt x="11630227" y="1302697"/>
                  <a:pt x="11654234" y="1291618"/>
                </a:cubicBezTo>
                <a:cubicBezTo>
                  <a:pt x="11733018" y="1256083"/>
                  <a:pt x="11807521" y="1203284"/>
                  <a:pt x="11867274" y="1160983"/>
                </a:cubicBezTo>
                <a:cubicBezTo>
                  <a:pt x="11949151" y="1102940"/>
                  <a:pt x="12022324" y="1050225"/>
                  <a:pt x="12086035" y="986418"/>
                </a:cubicBezTo>
                <a:cubicBezTo>
                  <a:pt x="12128278" y="944429"/>
                  <a:pt x="12163191" y="899980"/>
                  <a:pt x="12190084" y="854709"/>
                </a:cubicBezTo>
                <a:close/>
                <a:moveTo>
                  <a:pt x="5504425" y="848067"/>
                </a:moveTo>
                <a:cubicBezTo>
                  <a:pt x="5313518" y="848319"/>
                  <a:pt x="5144450" y="894555"/>
                  <a:pt x="4968849" y="962318"/>
                </a:cubicBezTo>
                <a:cubicBezTo>
                  <a:pt x="5013986" y="957830"/>
                  <a:pt x="5059460" y="949291"/>
                  <a:pt x="5104039" y="940634"/>
                </a:cubicBezTo>
                <a:cubicBezTo>
                  <a:pt x="5153465" y="930752"/>
                  <a:pt x="5205230" y="920703"/>
                  <a:pt x="5256311" y="916490"/>
                </a:cubicBezTo>
                <a:cubicBezTo>
                  <a:pt x="5297138" y="912849"/>
                  <a:pt x="5338158" y="912871"/>
                  <a:pt x="5377381" y="912671"/>
                </a:cubicBezTo>
                <a:cubicBezTo>
                  <a:pt x="5405093" y="912428"/>
                  <a:pt x="5432627" y="913077"/>
                  <a:pt x="5460148" y="911442"/>
                </a:cubicBezTo>
                <a:cubicBezTo>
                  <a:pt x="5522934" y="908669"/>
                  <a:pt x="5586937" y="899666"/>
                  <a:pt x="5648971" y="891331"/>
                </a:cubicBezTo>
                <a:cubicBezTo>
                  <a:pt x="5712974" y="882328"/>
                  <a:pt x="5779324" y="873155"/>
                  <a:pt x="5844807" y="870718"/>
                </a:cubicBezTo>
                <a:lnTo>
                  <a:pt x="5862975" y="869756"/>
                </a:lnTo>
                <a:cubicBezTo>
                  <a:pt x="5882405" y="869405"/>
                  <a:pt x="5902011" y="868171"/>
                  <a:pt x="5920887" y="865929"/>
                </a:cubicBezTo>
                <a:cubicBezTo>
                  <a:pt x="5782825" y="855356"/>
                  <a:pt x="5643867" y="846954"/>
                  <a:pt x="5504425" y="848067"/>
                </a:cubicBezTo>
                <a:close/>
                <a:moveTo>
                  <a:pt x="8924104" y="777000"/>
                </a:moveTo>
                <a:cubicBezTo>
                  <a:pt x="8923664" y="782606"/>
                  <a:pt x="8922673" y="787979"/>
                  <a:pt x="8921999" y="794136"/>
                </a:cubicBezTo>
                <a:cubicBezTo>
                  <a:pt x="8919582" y="810498"/>
                  <a:pt x="8917940" y="826538"/>
                  <a:pt x="8916066" y="843129"/>
                </a:cubicBezTo>
                <a:cubicBezTo>
                  <a:pt x="8910698" y="896870"/>
                  <a:pt x="8909926" y="951907"/>
                  <a:pt x="8909852" y="1005313"/>
                </a:cubicBezTo>
                <a:cubicBezTo>
                  <a:pt x="8907936" y="1206014"/>
                  <a:pt x="8906433" y="1413328"/>
                  <a:pt x="8936982" y="1614896"/>
                </a:cubicBezTo>
                <a:lnTo>
                  <a:pt x="8939706" y="1632791"/>
                </a:lnTo>
                <a:lnTo>
                  <a:pt x="8946691" y="1680170"/>
                </a:lnTo>
                <a:cubicBezTo>
                  <a:pt x="8947341" y="1669501"/>
                  <a:pt x="8947217" y="1659149"/>
                  <a:pt x="8947643" y="1649028"/>
                </a:cubicBezTo>
                <a:cubicBezTo>
                  <a:pt x="8950646" y="1394060"/>
                  <a:pt x="8954155" y="1130296"/>
                  <a:pt x="8931687" y="871628"/>
                </a:cubicBezTo>
                <a:lnTo>
                  <a:pt x="8929804" y="850229"/>
                </a:lnTo>
                <a:cubicBezTo>
                  <a:pt x="8927750" y="826182"/>
                  <a:pt x="8925696" y="802134"/>
                  <a:pt x="8924104" y="777000"/>
                </a:cubicBezTo>
                <a:close/>
                <a:moveTo>
                  <a:pt x="8951219" y="764662"/>
                </a:moveTo>
                <a:cubicBezTo>
                  <a:pt x="8952434" y="792211"/>
                  <a:pt x="8955277" y="820458"/>
                  <a:pt x="8957270" y="847698"/>
                </a:cubicBezTo>
                <a:lnTo>
                  <a:pt x="8959153" y="869097"/>
                </a:lnTo>
                <a:cubicBezTo>
                  <a:pt x="8981354" y="1119277"/>
                  <a:pt x="8978808" y="1373147"/>
                  <a:pt x="8976081" y="1619865"/>
                </a:cubicBezTo>
                <a:cubicBezTo>
                  <a:pt x="9043646" y="1335574"/>
                  <a:pt x="9035127" y="1045475"/>
                  <a:pt x="8951219" y="764662"/>
                </a:cubicBezTo>
                <a:close/>
                <a:moveTo>
                  <a:pt x="8898081" y="630137"/>
                </a:moveTo>
                <a:cubicBezTo>
                  <a:pt x="8735190" y="940376"/>
                  <a:pt x="8800852" y="1302315"/>
                  <a:pt x="8910095" y="1626691"/>
                </a:cubicBezTo>
                <a:lnTo>
                  <a:pt x="8908822" y="1619067"/>
                </a:lnTo>
                <a:cubicBezTo>
                  <a:pt x="8877873" y="1415398"/>
                  <a:pt x="8879292" y="1206762"/>
                  <a:pt x="8881669" y="1004967"/>
                </a:cubicBezTo>
                <a:cubicBezTo>
                  <a:pt x="8881975" y="951016"/>
                  <a:pt x="8882434" y="895204"/>
                  <a:pt x="8888265" y="840369"/>
                </a:cubicBezTo>
                <a:cubicBezTo>
                  <a:pt x="8890137" y="823783"/>
                  <a:pt x="8892011" y="807192"/>
                  <a:pt x="8894429" y="790831"/>
                </a:cubicBezTo>
                <a:cubicBezTo>
                  <a:pt x="8901122" y="737010"/>
                  <a:pt x="8907725" y="681866"/>
                  <a:pt x="8898081" y="630137"/>
                </a:cubicBezTo>
                <a:close/>
                <a:moveTo>
                  <a:pt x="11491396" y="623931"/>
                </a:moveTo>
                <a:cubicBezTo>
                  <a:pt x="11465686" y="637515"/>
                  <a:pt x="11440209" y="650546"/>
                  <a:pt x="11413329" y="662344"/>
                </a:cubicBezTo>
                <a:cubicBezTo>
                  <a:pt x="11268660" y="727282"/>
                  <a:pt x="11113102" y="758642"/>
                  <a:pt x="10966547" y="818916"/>
                </a:cubicBezTo>
                <a:cubicBezTo>
                  <a:pt x="10793574" y="889896"/>
                  <a:pt x="10652020" y="1008307"/>
                  <a:pt x="10498883" y="1111507"/>
                </a:cubicBezTo>
                <a:cubicBezTo>
                  <a:pt x="10559155" y="1098395"/>
                  <a:pt x="10616158" y="1067158"/>
                  <a:pt x="10671292" y="1035777"/>
                </a:cubicBezTo>
                <a:lnTo>
                  <a:pt x="10685894" y="1027151"/>
                </a:lnTo>
                <a:cubicBezTo>
                  <a:pt x="10821548" y="950027"/>
                  <a:pt x="10965272" y="882756"/>
                  <a:pt x="11104337" y="817377"/>
                </a:cubicBezTo>
                <a:cubicBezTo>
                  <a:pt x="11233375" y="757414"/>
                  <a:pt x="11364889" y="694633"/>
                  <a:pt x="11491396" y="623931"/>
                </a:cubicBezTo>
                <a:close/>
                <a:moveTo>
                  <a:pt x="10779304" y="584486"/>
                </a:moveTo>
                <a:cubicBezTo>
                  <a:pt x="10740583" y="648568"/>
                  <a:pt x="10699136" y="711502"/>
                  <a:pt x="10658378" y="772788"/>
                </a:cubicBezTo>
                <a:cubicBezTo>
                  <a:pt x="10594579" y="868744"/>
                  <a:pt x="10529620" y="967431"/>
                  <a:pt x="10475581" y="1070739"/>
                </a:cubicBezTo>
                <a:cubicBezTo>
                  <a:pt x="10578194" y="966751"/>
                  <a:pt x="10672522" y="819977"/>
                  <a:pt x="10735178" y="693281"/>
                </a:cubicBezTo>
                <a:close/>
                <a:moveTo>
                  <a:pt x="10132488" y="518596"/>
                </a:moveTo>
                <a:cubicBezTo>
                  <a:pt x="10047856" y="532980"/>
                  <a:pt x="9963302" y="548687"/>
                  <a:pt x="9879465" y="567273"/>
                </a:cubicBezTo>
                <a:cubicBezTo>
                  <a:pt x="9683016" y="611580"/>
                  <a:pt x="9523495" y="697916"/>
                  <a:pt x="9364243" y="809468"/>
                </a:cubicBezTo>
                <a:cubicBezTo>
                  <a:pt x="9364793" y="809701"/>
                  <a:pt x="9365336" y="809931"/>
                  <a:pt x="9366655" y="809848"/>
                </a:cubicBezTo>
                <a:cubicBezTo>
                  <a:pt x="9558665" y="728900"/>
                  <a:pt x="9742999" y="656935"/>
                  <a:pt x="9914233" y="596159"/>
                </a:cubicBezTo>
                <a:close/>
                <a:moveTo>
                  <a:pt x="10264524" y="501747"/>
                </a:moveTo>
                <a:lnTo>
                  <a:pt x="9922837" y="622979"/>
                </a:lnTo>
                <a:cubicBezTo>
                  <a:pt x="9763806" y="679263"/>
                  <a:pt x="9594234" y="745243"/>
                  <a:pt x="9416908" y="818889"/>
                </a:cubicBezTo>
                <a:cubicBezTo>
                  <a:pt x="9417689" y="818579"/>
                  <a:pt x="9417689" y="818579"/>
                  <a:pt x="9418234" y="818810"/>
                </a:cubicBezTo>
                <a:cubicBezTo>
                  <a:pt x="9717394" y="764555"/>
                  <a:pt x="10002904" y="633058"/>
                  <a:pt x="10264524" y="501747"/>
                </a:cubicBezTo>
                <a:close/>
                <a:moveTo>
                  <a:pt x="10802699" y="488163"/>
                </a:moveTo>
                <a:lnTo>
                  <a:pt x="10618739" y="734118"/>
                </a:lnTo>
                <a:lnTo>
                  <a:pt x="10604580" y="753877"/>
                </a:lnTo>
                <a:cubicBezTo>
                  <a:pt x="10575714" y="793161"/>
                  <a:pt x="10550336" y="828772"/>
                  <a:pt x="10529643" y="867004"/>
                </a:cubicBezTo>
                <a:cubicBezTo>
                  <a:pt x="10501301" y="918746"/>
                  <a:pt x="10479284" y="973805"/>
                  <a:pt x="10462194" y="1035452"/>
                </a:cubicBezTo>
                <a:cubicBezTo>
                  <a:pt x="10514547" y="939156"/>
                  <a:pt x="10575176" y="847655"/>
                  <a:pt x="10635117" y="757788"/>
                </a:cubicBezTo>
                <a:cubicBezTo>
                  <a:pt x="10692800" y="670189"/>
                  <a:pt x="10751735" y="581180"/>
                  <a:pt x="10802699" y="488163"/>
                </a:cubicBezTo>
                <a:close/>
                <a:moveTo>
                  <a:pt x="10359107" y="485136"/>
                </a:moveTo>
                <a:cubicBezTo>
                  <a:pt x="10100692" y="616512"/>
                  <a:pt x="9815681" y="755947"/>
                  <a:pt x="9515108" y="825701"/>
                </a:cubicBezTo>
                <a:cubicBezTo>
                  <a:pt x="9825509" y="831572"/>
                  <a:pt x="10104184" y="667562"/>
                  <a:pt x="10359107" y="485136"/>
                </a:cubicBezTo>
                <a:close/>
                <a:moveTo>
                  <a:pt x="11886089" y="483936"/>
                </a:moveTo>
                <a:cubicBezTo>
                  <a:pt x="11800033" y="547295"/>
                  <a:pt x="11710455" y="605296"/>
                  <a:pt x="11622890" y="661575"/>
                </a:cubicBezTo>
                <a:cubicBezTo>
                  <a:pt x="11437051" y="781189"/>
                  <a:pt x="11244843" y="905190"/>
                  <a:pt x="11038640" y="996875"/>
                </a:cubicBezTo>
                <a:cubicBezTo>
                  <a:pt x="10885656" y="1064725"/>
                  <a:pt x="10725662" y="1114166"/>
                  <a:pt x="10561310" y="1145020"/>
                </a:cubicBezTo>
                <a:cubicBezTo>
                  <a:pt x="10596460" y="1154752"/>
                  <a:pt x="10632933" y="1164394"/>
                  <a:pt x="10675127" y="1163586"/>
                </a:cubicBezTo>
                <a:cubicBezTo>
                  <a:pt x="10827145" y="1160350"/>
                  <a:pt x="10989398" y="1058435"/>
                  <a:pt x="11120351" y="990907"/>
                </a:cubicBezTo>
                <a:cubicBezTo>
                  <a:pt x="11302032" y="897860"/>
                  <a:pt x="11481110" y="797268"/>
                  <a:pt x="11648506" y="680145"/>
                </a:cubicBezTo>
                <a:cubicBezTo>
                  <a:pt x="11691733" y="649515"/>
                  <a:pt x="11821224" y="550475"/>
                  <a:pt x="11886089" y="483936"/>
                </a:cubicBezTo>
                <a:close/>
                <a:moveTo>
                  <a:pt x="3607114" y="467441"/>
                </a:moveTo>
                <a:cubicBezTo>
                  <a:pt x="3528124" y="599478"/>
                  <a:pt x="3410482" y="705343"/>
                  <a:pt x="3296242" y="807991"/>
                </a:cubicBezTo>
                <a:cubicBezTo>
                  <a:pt x="3255418" y="844446"/>
                  <a:pt x="3213877" y="882186"/>
                  <a:pt x="3174674" y="919759"/>
                </a:cubicBezTo>
                <a:cubicBezTo>
                  <a:pt x="3129209" y="963390"/>
                  <a:pt x="3085915" y="1010032"/>
                  <a:pt x="3042978" y="1054894"/>
                </a:cubicBezTo>
                <a:lnTo>
                  <a:pt x="2968914" y="1133756"/>
                </a:lnTo>
                <a:cubicBezTo>
                  <a:pt x="3001355" y="1109480"/>
                  <a:pt x="3045966" y="1074853"/>
                  <a:pt x="3103823" y="1026814"/>
                </a:cubicBezTo>
                <a:cubicBezTo>
                  <a:pt x="3260201" y="897449"/>
                  <a:pt x="3521192" y="681569"/>
                  <a:pt x="3607114" y="467441"/>
                </a:cubicBezTo>
                <a:close/>
                <a:moveTo>
                  <a:pt x="10784544" y="465669"/>
                </a:moveTo>
                <a:cubicBezTo>
                  <a:pt x="10662409" y="521478"/>
                  <a:pt x="10422179" y="894258"/>
                  <a:pt x="10426419" y="1062158"/>
                </a:cubicBezTo>
                <a:cubicBezTo>
                  <a:pt x="10438657" y="1011968"/>
                  <a:pt x="10453241" y="965354"/>
                  <a:pt x="10471732" y="921679"/>
                </a:cubicBezTo>
                <a:cubicBezTo>
                  <a:pt x="10481672" y="898200"/>
                  <a:pt x="10492705" y="875187"/>
                  <a:pt x="10504824" y="852631"/>
                </a:cubicBezTo>
                <a:cubicBezTo>
                  <a:pt x="10526215" y="812759"/>
                  <a:pt x="10552604" y="776291"/>
                  <a:pt x="10582237" y="736692"/>
                </a:cubicBezTo>
                <a:lnTo>
                  <a:pt x="10596401" y="716935"/>
                </a:lnTo>
                <a:cubicBezTo>
                  <a:pt x="10661482" y="628604"/>
                  <a:pt x="10720448" y="548625"/>
                  <a:pt x="10784544" y="465669"/>
                </a:cubicBezTo>
                <a:close/>
                <a:moveTo>
                  <a:pt x="11916494" y="422768"/>
                </a:moveTo>
                <a:cubicBezTo>
                  <a:pt x="11840345" y="436884"/>
                  <a:pt x="11770712" y="482734"/>
                  <a:pt x="11703185" y="528178"/>
                </a:cubicBezTo>
                <a:lnTo>
                  <a:pt x="11680755" y="543149"/>
                </a:lnTo>
                <a:cubicBezTo>
                  <a:pt x="11503085" y="661715"/>
                  <a:pt x="11307002" y="753816"/>
                  <a:pt x="11116818" y="842623"/>
                </a:cubicBezTo>
                <a:cubicBezTo>
                  <a:pt x="10977992" y="907459"/>
                  <a:pt x="10835051" y="974411"/>
                  <a:pt x="10700164" y="1051220"/>
                </a:cubicBezTo>
                <a:lnTo>
                  <a:pt x="10685570" y="1059849"/>
                </a:lnTo>
                <a:cubicBezTo>
                  <a:pt x="10652486" y="1078679"/>
                  <a:pt x="10619176" y="1098052"/>
                  <a:pt x="10584288" y="1113543"/>
                </a:cubicBezTo>
                <a:cubicBezTo>
                  <a:pt x="10736655" y="1082118"/>
                  <a:pt x="10884823" y="1034762"/>
                  <a:pt x="11026698" y="971858"/>
                </a:cubicBezTo>
                <a:cubicBezTo>
                  <a:pt x="11231114" y="881353"/>
                  <a:pt x="11422542" y="757667"/>
                  <a:pt x="11607604" y="638368"/>
                </a:cubicBezTo>
                <a:cubicBezTo>
                  <a:pt x="11712249" y="570645"/>
                  <a:pt x="11819449" y="501435"/>
                  <a:pt x="11919452" y="423380"/>
                </a:cubicBezTo>
                <a:cubicBezTo>
                  <a:pt x="11918363" y="422918"/>
                  <a:pt x="11917811" y="422686"/>
                  <a:pt x="11916494" y="422768"/>
                </a:cubicBezTo>
                <a:close/>
                <a:moveTo>
                  <a:pt x="8148168" y="416949"/>
                </a:moveTo>
                <a:cubicBezTo>
                  <a:pt x="8041447" y="489578"/>
                  <a:pt x="7951585" y="589312"/>
                  <a:pt x="7862052" y="694330"/>
                </a:cubicBezTo>
                <a:lnTo>
                  <a:pt x="7808002" y="759654"/>
                </a:lnTo>
                <a:close/>
                <a:moveTo>
                  <a:pt x="8295299" y="416143"/>
                </a:moveTo>
                <a:cubicBezTo>
                  <a:pt x="8303328" y="454953"/>
                  <a:pt x="8309263" y="494162"/>
                  <a:pt x="8309124" y="534021"/>
                </a:cubicBezTo>
                <a:cubicBezTo>
                  <a:pt x="8309177" y="581042"/>
                  <a:pt x="8301211" y="627240"/>
                  <a:pt x="8293154" y="672115"/>
                </a:cubicBezTo>
                <a:cubicBezTo>
                  <a:pt x="8287455" y="703824"/>
                  <a:pt x="8281839" y="736857"/>
                  <a:pt x="8279099" y="769176"/>
                </a:cubicBezTo>
                <a:cubicBezTo>
                  <a:pt x="8271208" y="866910"/>
                  <a:pt x="8290164" y="965070"/>
                  <a:pt x="8309186" y="1060039"/>
                </a:cubicBezTo>
                <a:cubicBezTo>
                  <a:pt x="8338258" y="1208834"/>
                  <a:pt x="8368983" y="1362838"/>
                  <a:pt x="8410512" y="1511108"/>
                </a:cubicBezTo>
                <a:cubicBezTo>
                  <a:pt x="8445511" y="1186645"/>
                  <a:pt x="8463496" y="815698"/>
                  <a:pt x="8351657" y="521768"/>
                </a:cubicBezTo>
                <a:cubicBezTo>
                  <a:pt x="8336376" y="481820"/>
                  <a:pt x="8314355" y="448679"/>
                  <a:pt x="8295299" y="416143"/>
                </a:cubicBezTo>
                <a:close/>
                <a:moveTo>
                  <a:pt x="8266483" y="414244"/>
                </a:moveTo>
                <a:cubicBezTo>
                  <a:pt x="8162811" y="736679"/>
                  <a:pt x="8223592" y="1050836"/>
                  <a:pt x="8343425" y="1357811"/>
                </a:cubicBezTo>
                <a:cubicBezTo>
                  <a:pt x="8320496" y="1259904"/>
                  <a:pt x="8300994" y="1161513"/>
                  <a:pt x="8282114" y="1064671"/>
                </a:cubicBezTo>
                <a:cubicBezTo>
                  <a:pt x="8263238" y="967838"/>
                  <a:pt x="8243336" y="867346"/>
                  <a:pt x="8251298" y="766414"/>
                </a:cubicBezTo>
                <a:cubicBezTo>
                  <a:pt x="8253954" y="732777"/>
                  <a:pt x="8259797" y="699198"/>
                  <a:pt x="8265729" y="666939"/>
                </a:cubicBezTo>
                <a:cubicBezTo>
                  <a:pt x="8273319" y="623158"/>
                  <a:pt x="8281376" y="578281"/>
                  <a:pt x="8281494" y="533909"/>
                </a:cubicBezTo>
                <a:cubicBezTo>
                  <a:pt x="8281080" y="493822"/>
                  <a:pt x="8274834" y="453832"/>
                  <a:pt x="8266483" y="414244"/>
                </a:cubicBezTo>
                <a:close/>
                <a:moveTo>
                  <a:pt x="8140802" y="388720"/>
                </a:moveTo>
                <a:cubicBezTo>
                  <a:pt x="8028462" y="422924"/>
                  <a:pt x="7941106" y="490876"/>
                  <a:pt x="7860379" y="596411"/>
                </a:cubicBezTo>
                <a:cubicBezTo>
                  <a:pt x="7812773" y="658663"/>
                  <a:pt x="7772566" y="720182"/>
                  <a:pt x="7737688" y="790400"/>
                </a:cubicBezTo>
                <a:cubicBezTo>
                  <a:pt x="7733439" y="798902"/>
                  <a:pt x="7729892" y="805767"/>
                  <a:pt x="7726885" y="812869"/>
                </a:cubicBezTo>
                <a:cubicBezTo>
                  <a:pt x="7764906" y="767160"/>
                  <a:pt x="7802380" y="721219"/>
                  <a:pt x="7840490" y="676832"/>
                </a:cubicBezTo>
                <a:cubicBezTo>
                  <a:pt x="7933738" y="567590"/>
                  <a:pt x="8028101" y="463327"/>
                  <a:pt x="8140802" y="388720"/>
                </a:cubicBezTo>
                <a:close/>
                <a:moveTo>
                  <a:pt x="3744487" y="383136"/>
                </a:moveTo>
                <a:cubicBezTo>
                  <a:pt x="3789590" y="603780"/>
                  <a:pt x="3850997" y="811848"/>
                  <a:pt x="3970213" y="995559"/>
                </a:cubicBezTo>
                <a:cubicBezTo>
                  <a:pt x="3927384" y="796159"/>
                  <a:pt x="3865366" y="574806"/>
                  <a:pt x="3744487" y="383136"/>
                </a:cubicBezTo>
                <a:close/>
                <a:moveTo>
                  <a:pt x="3624562" y="367041"/>
                </a:moveTo>
                <a:cubicBezTo>
                  <a:pt x="3578160" y="403736"/>
                  <a:pt x="3532667" y="442805"/>
                  <a:pt x="3489712" y="485386"/>
                </a:cubicBezTo>
                <a:cubicBezTo>
                  <a:pt x="3380716" y="591858"/>
                  <a:pt x="3284219" y="714458"/>
                  <a:pt x="3182994" y="828265"/>
                </a:cubicBezTo>
                <a:cubicBezTo>
                  <a:pt x="3100902" y="919812"/>
                  <a:pt x="2899469" y="1135252"/>
                  <a:pt x="2892114" y="1172635"/>
                </a:cubicBezTo>
                <a:lnTo>
                  <a:pt x="3021459" y="1035385"/>
                </a:lnTo>
                <a:cubicBezTo>
                  <a:pt x="3064036" y="990026"/>
                  <a:pt x="3108229" y="943501"/>
                  <a:pt x="3153873" y="898971"/>
                </a:cubicBezTo>
                <a:cubicBezTo>
                  <a:pt x="3193783" y="860125"/>
                  <a:pt x="3235680" y="822883"/>
                  <a:pt x="3276511" y="786423"/>
                </a:cubicBezTo>
                <a:cubicBezTo>
                  <a:pt x="3390214" y="684175"/>
                  <a:pt x="3507852" y="578306"/>
                  <a:pt x="3584154" y="448218"/>
                </a:cubicBezTo>
                <a:cubicBezTo>
                  <a:pt x="3599491" y="421848"/>
                  <a:pt x="3612660" y="394752"/>
                  <a:pt x="3624562" y="367041"/>
                </a:cubicBezTo>
                <a:close/>
                <a:moveTo>
                  <a:pt x="3766672" y="359429"/>
                </a:moveTo>
                <a:cubicBezTo>
                  <a:pt x="3888797" y="549425"/>
                  <a:pt x="3952247" y="768223"/>
                  <a:pt x="3996338" y="968237"/>
                </a:cubicBezTo>
                <a:cubicBezTo>
                  <a:pt x="3973140" y="739339"/>
                  <a:pt x="3922473" y="455576"/>
                  <a:pt x="3766672" y="359429"/>
                </a:cubicBezTo>
                <a:close/>
                <a:moveTo>
                  <a:pt x="5805386" y="239240"/>
                </a:moveTo>
                <a:cubicBezTo>
                  <a:pt x="5783116" y="246988"/>
                  <a:pt x="5760847" y="254734"/>
                  <a:pt x="5736947" y="261367"/>
                </a:cubicBezTo>
                <a:cubicBezTo>
                  <a:pt x="5638133" y="287976"/>
                  <a:pt x="5538513" y="299897"/>
                  <a:pt x="5427012" y="311272"/>
                </a:cubicBezTo>
                <a:cubicBezTo>
                  <a:pt x="5345554" y="319953"/>
                  <a:pt x="5243942" y="330268"/>
                  <a:pt x="5147818" y="322112"/>
                </a:cubicBezTo>
                <a:cubicBezTo>
                  <a:pt x="5118835" y="319462"/>
                  <a:pt x="5090027" y="315925"/>
                  <a:pt x="5060854" y="311882"/>
                </a:cubicBezTo>
                <a:cubicBezTo>
                  <a:pt x="5021780" y="306636"/>
                  <a:pt x="4983964" y="301993"/>
                  <a:pt x="4945989" y="300516"/>
                </a:cubicBezTo>
                <a:cubicBezTo>
                  <a:pt x="5093776" y="343728"/>
                  <a:pt x="5255799" y="359063"/>
                  <a:pt x="5410479" y="348434"/>
                </a:cubicBezTo>
                <a:cubicBezTo>
                  <a:pt x="5535307" y="339607"/>
                  <a:pt x="5683741" y="304513"/>
                  <a:pt x="5805386" y="239240"/>
                </a:cubicBezTo>
                <a:close/>
                <a:moveTo>
                  <a:pt x="5905192" y="163079"/>
                </a:moveTo>
                <a:cubicBezTo>
                  <a:pt x="5892074" y="166484"/>
                  <a:pt x="5879136" y="168997"/>
                  <a:pt x="5865655" y="171901"/>
                </a:cubicBezTo>
                <a:cubicBezTo>
                  <a:pt x="5671371" y="212758"/>
                  <a:pt x="5464843" y="252569"/>
                  <a:pt x="5259740" y="257013"/>
                </a:cubicBezTo>
                <a:cubicBezTo>
                  <a:pt x="5242649" y="257191"/>
                  <a:pt x="5225558" y="257369"/>
                  <a:pt x="5208466" y="257550"/>
                </a:cubicBezTo>
                <a:cubicBezTo>
                  <a:pt x="5132177" y="258666"/>
                  <a:pt x="5054091" y="259560"/>
                  <a:pt x="4980204" y="271903"/>
                </a:cubicBezTo>
                <a:cubicBezTo>
                  <a:pt x="5009725" y="274165"/>
                  <a:pt x="5038894" y="278201"/>
                  <a:pt x="5068068" y="282244"/>
                </a:cubicBezTo>
                <a:cubicBezTo>
                  <a:pt x="5096338" y="286164"/>
                  <a:pt x="5124608" y="290090"/>
                  <a:pt x="5153231" y="292240"/>
                </a:cubicBezTo>
                <a:cubicBezTo>
                  <a:pt x="5246661" y="300067"/>
                  <a:pt x="5346469" y="289533"/>
                  <a:pt x="5426491" y="281128"/>
                </a:cubicBezTo>
                <a:cubicBezTo>
                  <a:pt x="5536189" y="269536"/>
                  <a:pt x="5634727" y="258390"/>
                  <a:pt x="5731212" y="231951"/>
                </a:cubicBezTo>
                <a:cubicBezTo>
                  <a:pt x="5794995" y="214721"/>
                  <a:pt x="5853525" y="191373"/>
                  <a:pt x="5905192" y="163079"/>
                </a:cubicBezTo>
                <a:close/>
                <a:moveTo>
                  <a:pt x="5944437" y="113829"/>
                </a:moveTo>
                <a:cubicBezTo>
                  <a:pt x="5917256" y="119186"/>
                  <a:pt x="5863594" y="140199"/>
                  <a:pt x="5825032" y="146405"/>
                </a:cubicBezTo>
                <a:cubicBezTo>
                  <a:pt x="5539893" y="189777"/>
                  <a:pt x="5237140" y="170377"/>
                  <a:pt x="4955599" y="247008"/>
                </a:cubicBezTo>
                <a:cubicBezTo>
                  <a:pt x="5038637" y="230314"/>
                  <a:pt x="5125543" y="229138"/>
                  <a:pt x="5210104" y="228123"/>
                </a:cubicBezTo>
                <a:cubicBezTo>
                  <a:pt x="5227195" y="227945"/>
                  <a:pt x="5244285" y="227765"/>
                  <a:pt x="5261015" y="227087"/>
                </a:cubicBezTo>
                <a:cubicBezTo>
                  <a:pt x="5463242" y="223204"/>
                  <a:pt x="5667966" y="183171"/>
                  <a:pt x="5861181" y="143093"/>
                </a:cubicBezTo>
                <a:cubicBezTo>
                  <a:pt x="5895331" y="135893"/>
                  <a:pt x="5928215" y="128080"/>
                  <a:pt x="5961252" y="114820"/>
                </a:cubicBezTo>
                <a:cubicBezTo>
                  <a:pt x="5959615" y="111998"/>
                  <a:pt x="5953497" y="112044"/>
                  <a:pt x="5944437" y="113829"/>
                </a:cubicBezTo>
                <a:close/>
                <a:moveTo>
                  <a:pt x="9095810" y="0"/>
                </a:moveTo>
                <a:lnTo>
                  <a:pt x="9215999" y="0"/>
                </a:lnTo>
                <a:lnTo>
                  <a:pt x="9250991" y="17650"/>
                </a:lnTo>
                <a:cubicBezTo>
                  <a:pt x="9345825" y="54329"/>
                  <a:pt x="9448424" y="64330"/>
                  <a:pt x="9551793" y="69947"/>
                </a:cubicBezTo>
                <a:cubicBezTo>
                  <a:pt x="9773323" y="81971"/>
                  <a:pt x="9993517" y="56091"/>
                  <a:pt x="10211701" y="15192"/>
                </a:cubicBezTo>
                <a:cubicBezTo>
                  <a:pt x="10030564" y="37013"/>
                  <a:pt x="9847820" y="45912"/>
                  <a:pt x="9665014" y="41266"/>
                </a:cubicBezTo>
                <a:cubicBezTo>
                  <a:pt x="9560295" y="38460"/>
                  <a:pt x="9467175" y="31066"/>
                  <a:pt x="9382567" y="18583"/>
                </a:cubicBezTo>
                <a:lnTo>
                  <a:pt x="9283159" y="0"/>
                </a:lnTo>
                <a:lnTo>
                  <a:pt x="9469266" y="0"/>
                </a:lnTo>
                <a:lnTo>
                  <a:pt x="9504117" y="4274"/>
                </a:lnTo>
                <a:cubicBezTo>
                  <a:pt x="9555272" y="8689"/>
                  <a:pt x="9609472" y="11637"/>
                  <a:pt x="9667223" y="13232"/>
                </a:cubicBezTo>
                <a:cubicBezTo>
                  <a:pt x="9740740" y="15225"/>
                  <a:pt x="9814266" y="15008"/>
                  <a:pt x="9887703" y="12601"/>
                </a:cubicBezTo>
                <a:lnTo>
                  <a:pt x="10088930" y="0"/>
                </a:lnTo>
                <a:lnTo>
                  <a:pt x="10544171" y="0"/>
                </a:lnTo>
                <a:lnTo>
                  <a:pt x="10392396" y="36772"/>
                </a:lnTo>
                <a:cubicBezTo>
                  <a:pt x="10070832" y="110795"/>
                  <a:pt x="9739873" y="167441"/>
                  <a:pt x="9413803" y="131277"/>
                </a:cubicBezTo>
                <a:cubicBezTo>
                  <a:pt x="9315472" y="120226"/>
                  <a:pt x="9243539" y="84460"/>
                  <a:pt x="9174626" y="44983"/>
                </a:cubicBezTo>
                <a:close/>
                <a:moveTo>
                  <a:pt x="8474998" y="0"/>
                </a:moveTo>
                <a:lnTo>
                  <a:pt x="8573502" y="0"/>
                </a:lnTo>
                <a:lnTo>
                  <a:pt x="8659539" y="117664"/>
                </a:lnTo>
                <a:cubicBezTo>
                  <a:pt x="8833725" y="341427"/>
                  <a:pt x="9029703" y="551148"/>
                  <a:pt x="9248507" y="743734"/>
                </a:cubicBezTo>
                <a:cubicBezTo>
                  <a:pt x="9268744" y="761313"/>
                  <a:pt x="9289217" y="778348"/>
                  <a:pt x="9309457" y="795932"/>
                </a:cubicBezTo>
                <a:cubicBezTo>
                  <a:pt x="9458210" y="686371"/>
                  <a:pt x="9607233" y="585288"/>
                  <a:pt x="9785496" y="530713"/>
                </a:cubicBezTo>
                <a:cubicBezTo>
                  <a:pt x="10009630" y="462073"/>
                  <a:pt x="10250992" y="434854"/>
                  <a:pt x="10482828" y="399738"/>
                </a:cubicBezTo>
                <a:cubicBezTo>
                  <a:pt x="10519933" y="394202"/>
                  <a:pt x="10478550" y="453937"/>
                  <a:pt x="10468382" y="461219"/>
                </a:cubicBezTo>
                <a:cubicBezTo>
                  <a:pt x="10161572" y="688641"/>
                  <a:pt x="9818370" y="924476"/>
                  <a:pt x="9430790" y="895589"/>
                </a:cubicBezTo>
                <a:cubicBezTo>
                  <a:pt x="9617112" y="1044003"/>
                  <a:pt x="9813963" y="1178199"/>
                  <a:pt x="10019780" y="1298815"/>
                </a:cubicBezTo>
                <a:cubicBezTo>
                  <a:pt x="10142151" y="1263712"/>
                  <a:pt x="10256792" y="1186061"/>
                  <a:pt x="10372218" y="1146081"/>
                </a:cubicBezTo>
                <a:cubicBezTo>
                  <a:pt x="10279439" y="901425"/>
                  <a:pt x="10751513" y="443317"/>
                  <a:pt x="10896429" y="310883"/>
                </a:cubicBezTo>
                <a:cubicBezTo>
                  <a:pt x="10907980" y="300321"/>
                  <a:pt x="10927341" y="295643"/>
                  <a:pt x="10919735" y="318176"/>
                </a:cubicBezTo>
                <a:cubicBezTo>
                  <a:pt x="10845552" y="531416"/>
                  <a:pt x="10769057" y="750112"/>
                  <a:pt x="10637064" y="935661"/>
                </a:cubicBezTo>
                <a:cubicBezTo>
                  <a:pt x="10618262" y="961821"/>
                  <a:pt x="10471373" y="1105010"/>
                  <a:pt x="10516995" y="1070245"/>
                </a:cubicBezTo>
                <a:cubicBezTo>
                  <a:pt x="10630585" y="984423"/>
                  <a:pt x="10740230" y="886628"/>
                  <a:pt x="10868835" y="815534"/>
                </a:cubicBezTo>
                <a:cubicBezTo>
                  <a:pt x="11133493" y="669415"/>
                  <a:pt x="11435682" y="612577"/>
                  <a:pt x="11704547" y="465665"/>
                </a:cubicBezTo>
                <a:cubicBezTo>
                  <a:pt x="11748194" y="441649"/>
                  <a:pt x="11962368" y="287033"/>
                  <a:pt x="12033562" y="350012"/>
                </a:cubicBezTo>
                <a:cubicBezTo>
                  <a:pt x="12042008" y="357446"/>
                  <a:pt x="12029170" y="377121"/>
                  <a:pt x="12025537" y="382666"/>
                </a:cubicBezTo>
                <a:cubicBezTo>
                  <a:pt x="11835636" y="694348"/>
                  <a:pt x="11402055" y="895784"/>
                  <a:pt x="11088649" y="1056676"/>
                </a:cubicBezTo>
                <a:cubicBezTo>
                  <a:pt x="10916755" y="1144851"/>
                  <a:pt x="10757473" y="1230645"/>
                  <a:pt x="10561600" y="1229477"/>
                </a:cubicBezTo>
                <a:cubicBezTo>
                  <a:pt x="10456897" y="1228927"/>
                  <a:pt x="10388434" y="1221837"/>
                  <a:pt x="10280797" y="1263181"/>
                </a:cubicBezTo>
                <a:cubicBezTo>
                  <a:pt x="10214114" y="1288380"/>
                  <a:pt x="10149765" y="1312641"/>
                  <a:pt x="10083376" y="1334114"/>
                </a:cubicBezTo>
                <a:cubicBezTo>
                  <a:pt x="10323674" y="1470609"/>
                  <a:pt x="10574467" y="1588379"/>
                  <a:pt x="10832582" y="1687356"/>
                </a:cubicBezTo>
                <a:cubicBezTo>
                  <a:pt x="10835145" y="1685866"/>
                  <a:pt x="10837160" y="1684144"/>
                  <a:pt x="10839263" y="1683743"/>
                </a:cubicBezTo>
                <a:cubicBezTo>
                  <a:pt x="11026680" y="1639479"/>
                  <a:pt x="11198523" y="1559010"/>
                  <a:pt x="11350910" y="1443899"/>
                </a:cubicBezTo>
                <a:cubicBezTo>
                  <a:pt x="11353302" y="1439761"/>
                  <a:pt x="11356166" y="1434532"/>
                  <a:pt x="11360346" y="1429225"/>
                </a:cubicBezTo>
                <a:cubicBezTo>
                  <a:pt x="11568454" y="1154547"/>
                  <a:pt x="11893126" y="995756"/>
                  <a:pt x="12167580" y="789523"/>
                </a:cubicBezTo>
                <a:lnTo>
                  <a:pt x="12192000" y="769876"/>
                </a:lnTo>
                <a:lnTo>
                  <a:pt x="12192000" y="802845"/>
                </a:lnTo>
                <a:lnTo>
                  <a:pt x="12173558" y="821317"/>
                </a:lnTo>
                <a:cubicBezTo>
                  <a:pt x="12156328" y="839775"/>
                  <a:pt x="12135859" y="862655"/>
                  <a:pt x="12117398" y="877374"/>
                </a:cubicBezTo>
                <a:cubicBezTo>
                  <a:pt x="11911342" y="1038644"/>
                  <a:pt x="11659100" y="1158472"/>
                  <a:pt x="11472926" y="1344259"/>
                </a:cubicBezTo>
                <a:cubicBezTo>
                  <a:pt x="11530856" y="1294104"/>
                  <a:pt x="11599815" y="1254410"/>
                  <a:pt x="11666978" y="1215889"/>
                </a:cubicBezTo>
                <a:cubicBezTo>
                  <a:pt x="11680568" y="1208123"/>
                  <a:pt x="11694155" y="1200357"/>
                  <a:pt x="11707200" y="1192361"/>
                </a:cubicBezTo>
                <a:cubicBezTo>
                  <a:pt x="11867081" y="1099094"/>
                  <a:pt x="12010478" y="976320"/>
                  <a:pt x="12144637" y="858646"/>
                </a:cubicBezTo>
                <a:lnTo>
                  <a:pt x="12192000" y="810414"/>
                </a:lnTo>
                <a:lnTo>
                  <a:pt x="12192000" y="916439"/>
                </a:lnTo>
                <a:lnTo>
                  <a:pt x="12150630" y="982925"/>
                </a:lnTo>
                <a:cubicBezTo>
                  <a:pt x="11972246" y="1237618"/>
                  <a:pt x="11719654" y="1416530"/>
                  <a:pt x="11389484" y="1469889"/>
                </a:cubicBezTo>
                <a:cubicBezTo>
                  <a:pt x="11249700" y="1582602"/>
                  <a:pt x="11093517" y="1667134"/>
                  <a:pt x="10923736" y="1721439"/>
                </a:cubicBezTo>
                <a:cubicBezTo>
                  <a:pt x="10979487" y="1741826"/>
                  <a:pt x="11035469" y="1761662"/>
                  <a:pt x="11091913" y="1780406"/>
                </a:cubicBezTo>
                <a:cubicBezTo>
                  <a:pt x="11318237" y="1855623"/>
                  <a:pt x="11544464" y="1908264"/>
                  <a:pt x="11771238" y="1944400"/>
                </a:cubicBezTo>
                <a:cubicBezTo>
                  <a:pt x="11775181" y="1939634"/>
                  <a:pt x="11778904" y="1935410"/>
                  <a:pt x="11783166" y="1931422"/>
                </a:cubicBezTo>
                <a:cubicBezTo>
                  <a:pt x="11885723" y="1797152"/>
                  <a:pt x="11990570" y="1669642"/>
                  <a:pt x="12131988" y="1574357"/>
                </a:cubicBezTo>
                <a:lnTo>
                  <a:pt x="12192000" y="1537429"/>
                </a:lnTo>
                <a:lnTo>
                  <a:pt x="12192000" y="1589108"/>
                </a:lnTo>
                <a:lnTo>
                  <a:pt x="12112105" y="1640352"/>
                </a:lnTo>
                <a:cubicBezTo>
                  <a:pt x="12011319" y="1713959"/>
                  <a:pt x="11928638" y="1801479"/>
                  <a:pt x="11849203" y="1900149"/>
                </a:cubicBezTo>
                <a:cubicBezTo>
                  <a:pt x="11883038" y="1876488"/>
                  <a:pt x="11915071" y="1849494"/>
                  <a:pt x="11946326" y="1822808"/>
                </a:cubicBezTo>
                <a:cubicBezTo>
                  <a:pt x="11980834" y="1792997"/>
                  <a:pt x="12017130" y="1762011"/>
                  <a:pt x="12055863" y="1735914"/>
                </a:cubicBezTo>
                <a:cubicBezTo>
                  <a:pt x="12086678" y="1714840"/>
                  <a:pt x="12119524" y="1696556"/>
                  <a:pt x="12150816" y="1678902"/>
                </a:cubicBezTo>
                <a:lnTo>
                  <a:pt x="12192000" y="1655121"/>
                </a:lnTo>
                <a:lnTo>
                  <a:pt x="12192000" y="1686869"/>
                </a:lnTo>
                <a:lnTo>
                  <a:pt x="12163772" y="1703058"/>
                </a:lnTo>
                <a:cubicBezTo>
                  <a:pt x="12132704" y="1720165"/>
                  <a:pt x="12100405" y="1738677"/>
                  <a:pt x="12070597" y="1758893"/>
                </a:cubicBezTo>
                <a:cubicBezTo>
                  <a:pt x="12033422" y="1784357"/>
                  <a:pt x="11997904" y="1815035"/>
                  <a:pt x="11963621" y="1844299"/>
                </a:cubicBezTo>
                <a:cubicBezTo>
                  <a:pt x="11938421" y="1865816"/>
                  <a:pt x="11913214" y="1887338"/>
                  <a:pt x="11886604" y="1907617"/>
                </a:cubicBezTo>
                <a:cubicBezTo>
                  <a:pt x="11977116" y="1884856"/>
                  <a:pt x="12067233" y="1841647"/>
                  <a:pt x="12153575" y="1786372"/>
                </a:cubicBezTo>
                <a:lnTo>
                  <a:pt x="12192000" y="1759693"/>
                </a:lnTo>
                <a:lnTo>
                  <a:pt x="12192000" y="1809459"/>
                </a:lnTo>
                <a:lnTo>
                  <a:pt x="12121362" y="1857561"/>
                </a:lnTo>
                <a:cubicBezTo>
                  <a:pt x="12048187" y="1902591"/>
                  <a:pt x="11972544" y="1939172"/>
                  <a:pt x="11895949" y="1963079"/>
                </a:cubicBezTo>
                <a:lnTo>
                  <a:pt x="12192000" y="1990579"/>
                </a:lnTo>
                <a:lnTo>
                  <a:pt x="12192000" y="2065582"/>
                </a:lnTo>
                <a:lnTo>
                  <a:pt x="12153918" y="2063926"/>
                </a:lnTo>
                <a:lnTo>
                  <a:pt x="12192000" y="2085104"/>
                </a:lnTo>
                <a:lnTo>
                  <a:pt x="12192000" y="2178471"/>
                </a:lnTo>
                <a:lnTo>
                  <a:pt x="12085355" y="2122457"/>
                </a:lnTo>
                <a:lnTo>
                  <a:pt x="12192000" y="2196158"/>
                </a:lnTo>
                <a:lnTo>
                  <a:pt x="12192000" y="2230374"/>
                </a:lnTo>
                <a:lnTo>
                  <a:pt x="12041237" y="2126309"/>
                </a:lnTo>
                <a:cubicBezTo>
                  <a:pt x="12076493" y="2177612"/>
                  <a:pt x="12124001" y="2222030"/>
                  <a:pt x="12174450" y="2262541"/>
                </a:cubicBezTo>
                <a:lnTo>
                  <a:pt x="12192000" y="2275857"/>
                </a:lnTo>
                <a:lnTo>
                  <a:pt x="12192000" y="2377131"/>
                </a:lnTo>
                <a:lnTo>
                  <a:pt x="12155801" y="2349925"/>
                </a:lnTo>
                <a:cubicBezTo>
                  <a:pt x="12047062" y="2264619"/>
                  <a:pt x="11950704" y="2181979"/>
                  <a:pt x="11930164" y="2041945"/>
                </a:cubicBezTo>
                <a:cubicBezTo>
                  <a:pt x="11807338" y="2027929"/>
                  <a:pt x="11684723" y="2008847"/>
                  <a:pt x="11561767" y="1984479"/>
                </a:cubicBezTo>
                <a:cubicBezTo>
                  <a:pt x="11829168" y="2318516"/>
                  <a:pt x="11916257" y="2737804"/>
                  <a:pt x="11987997" y="3153822"/>
                </a:cubicBezTo>
                <a:cubicBezTo>
                  <a:pt x="11991834" y="3176690"/>
                  <a:pt x="11945766" y="3233800"/>
                  <a:pt x="11926558" y="3203134"/>
                </a:cubicBezTo>
                <a:cubicBezTo>
                  <a:pt x="11688637" y="2826855"/>
                  <a:pt x="11343207" y="2452063"/>
                  <a:pt x="11440430" y="1973028"/>
                </a:cubicBezTo>
                <a:cubicBezTo>
                  <a:pt x="11441503" y="1968973"/>
                  <a:pt x="11443583" y="1964061"/>
                  <a:pt x="11446754" y="1959605"/>
                </a:cubicBezTo>
                <a:cubicBezTo>
                  <a:pt x="11314670" y="1929437"/>
                  <a:pt x="11182797" y="1894208"/>
                  <a:pt x="11050651" y="1850495"/>
                </a:cubicBezTo>
                <a:cubicBezTo>
                  <a:pt x="10825423" y="1775743"/>
                  <a:pt x="10604642" y="1687421"/>
                  <a:pt x="10389960" y="1586232"/>
                </a:cubicBezTo>
                <a:cubicBezTo>
                  <a:pt x="10423849" y="1697796"/>
                  <a:pt x="10481699" y="1805979"/>
                  <a:pt x="10500699" y="1913175"/>
                </a:cubicBezTo>
                <a:cubicBezTo>
                  <a:pt x="10502971" y="1915419"/>
                  <a:pt x="10505550" y="1918445"/>
                  <a:pt x="10507814" y="1920694"/>
                </a:cubicBezTo>
                <a:cubicBezTo>
                  <a:pt x="10511536" y="1916469"/>
                  <a:pt x="10515800" y="1912482"/>
                  <a:pt x="10518908" y="1911226"/>
                </a:cubicBezTo>
                <a:cubicBezTo>
                  <a:pt x="10803133" y="1788841"/>
                  <a:pt x="11118572" y="2264893"/>
                  <a:pt x="11258935" y="2442781"/>
                </a:cubicBezTo>
                <a:cubicBezTo>
                  <a:pt x="11271929" y="2459223"/>
                  <a:pt x="11230610" y="2515770"/>
                  <a:pt x="11211663" y="2510325"/>
                </a:cubicBezTo>
                <a:cubicBezTo>
                  <a:pt x="10952813" y="2437432"/>
                  <a:pt x="10754880" y="2286035"/>
                  <a:pt x="10571295" y="2105302"/>
                </a:cubicBezTo>
                <a:cubicBezTo>
                  <a:pt x="10593939" y="2333141"/>
                  <a:pt x="10477445" y="2625036"/>
                  <a:pt x="10435737" y="2805672"/>
                </a:cubicBezTo>
                <a:cubicBezTo>
                  <a:pt x="10398299" y="2965580"/>
                  <a:pt x="10359478" y="3078554"/>
                  <a:pt x="10206831" y="3151701"/>
                </a:cubicBezTo>
                <a:cubicBezTo>
                  <a:pt x="10193935" y="3157832"/>
                  <a:pt x="10194572" y="3142650"/>
                  <a:pt x="10196482" y="3135084"/>
                </a:cubicBezTo>
                <a:cubicBezTo>
                  <a:pt x="10274073" y="2811909"/>
                  <a:pt x="10304290" y="2478979"/>
                  <a:pt x="10381882" y="2155807"/>
                </a:cubicBezTo>
                <a:cubicBezTo>
                  <a:pt x="10395105" y="2100241"/>
                  <a:pt x="10437104" y="2020803"/>
                  <a:pt x="10439260" y="1962486"/>
                </a:cubicBezTo>
                <a:cubicBezTo>
                  <a:pt x="10439491" y="1961942"/>
                  <a:pt x="10439175" y="1961166"/>
                  <a:pt x="10439409" y="1960615"/>
                </a:cubicBezTo>
                <a:cubicBezTo>
                  <a:pt x="10439475" y="1957427"/>
                  <a:pt x="10440085" y="1954468"/>
                  <a:pt x="10439915" y="1951821"/>
                </a:cubicBezTo>
                <a:cubicBezTo>
                  <a:pt x="10433959" y="1836632"/>
                  <a:pt x="10332627" y="1683636"/>
                  <a:pt x="10314241" y="1556749"/>
                </a:cubicBezTo>
                <a:cubicBezTo>
                  <a:pt x="10313847" y="1554649"/>
                  <a:pt x="10314451" y="1551688"/>
                  <a:pt x="10315061" y="1548729"/>
                </a:cubicBezTo>
                <a:cubicBezTo>
                  <a:pt x="10038413" y="1412938"/>
                  <a:pt x="9774128" y="1254043"/>
                  <a:pt x="9526158" y="1071804"/>
                </a:cubicBezTo>
                <a:cubicBezTo>
                  <a:pt x="9586547" y="1245450"/>
                  <a:pt x="9699054" y="1407035"/>
                  <a:pt x="9758689" y="1585512"/>
                </a:cubicBezTo>
                <a:cubicBezTo>
                  <a:pt x="9851296" y="1860991"/>
                  <a:pt x="9909066" y="2144264"/>
                  <a:pt x="9941392" y="2432858"/>
                </a:cubicBezTo>
                <a:cubicBezTo>
                  <a:pt x="9942776" y="2446319"/>
                  <a:pt x="9898852" y="2512059"/>
                  <a:pt x="9887724" y="2495762"/>
                </a:cubicBezTo>
                <a:cubicBezTo>
                  <a:pt x="9758830" y="2305989"/>
                  <a:pt x="9675953" y="2083557"/>
                  <a:pt x="9587446" y="1872898"/>
                </a:cubicBezTo>
                <a:cubicBezTo>
                  <a:pt x="9504836" y="1675682"/>
                  <a:pt x="9450239" y="1492905"/>
                  <a:pt x="9462810" y="1288346"/>
                </a:cubicBezTo>
                <a:cubicBezTo>
                  <a:pt x="9416080" y="1372857"/>
                  <a:pt x="9368030" y="1457457"/>
                  <a:pt x="9318575" y="1540820"/>
                </a:cubicBezTo>
                <a:cubicBezTo>
                  <a:pt x="9284037" y="1599587"/>
                  <a:pt x="9257140" y="1661598"/>
                  <a:pt x="9191090" y="1688355"/>
                </a:cubicBezTo>
                <a:cubicBezTo>
                  <a:pt x="9186426" y="1690241"/>
                  <a:pt x="9179411" y="1688563"/>
                  <a:pt x="9177757" y="1683354"/>
                </a:cubicBezTo>
                <a:cubicBezTo>
                  <a:pt x="9143528" y="1583238"/>
                  <a:pt x="9220115" y="1420588"/>
                  <a:pt x="9274865" y="1336896"/>
                </a:cubicBezTo>
                <a:cubicBezTo>
                  <a:pt x="9324504" y="1260695"/>
                  <a:pt x="9393212" y="1200294"/>
                  <a:pt x="9478649" y="1173376"/>
                </a:cubicBezTo>
                <a:cubicBezTo>
                  <a:pt x="9479343" y="1171736"/>
                  <a:pt x="9480811" y="1169782"/>
                  <a:pt x="9482281" y="1167830"/>
                </a:cubicBezTo>
                <a:cubicBezTo>
                  <a:pt x="9463542" y="1119335"/>
                  <a:pt x="9448141" y="1069035"/>
                  <a:pt x="9438637" y="1015438"/>
                </a:cubicBezTo>
                <a:cubicBezTo>
                  <a:pt x="9438473" y="1012795"/>
                  <a:pt x="9438847" y="1010377"/>
                  <a:pt x="9439458" y="1007420"/>
                </a:cubicBezTo>
                <a:cubicBezTo>
                  <a:pt x="9356819" y="944106"/>
                  <a:pt x="9275563" y="877509"/>
                  <a:pt x="9197105" y="808882"/>
                </a:cubicBezTo>
                <a:cubicBezTo>
                  <a:pt x="9119732" y="740719"/>
                  <a:pt x="9045390" y="669969"/>
                  <a:pt x="8973607" y="597733"/>
                </a:cubicBezTo>
                <a:cubicBezTo>
                  <a:pt x="9117865" y="988437"/>
                  <a:pt x="9115639" y="1402749"/>
                  <a:pt x="8967512" y="1795211"/>
                </a:cubicBezTo>
                <a:cubicBezTo>
                  <a:pt x="8964595" y="1803635"/>
                  <a:pt x="8922055" y="1866099"/>
                  <a:pt x="8912526" y="1841464"/>
                </a:cubicBezTo>
                <a:cubicBezTo>
                  <a:pt x="8756044" y="1433999"/>
                  <a:pt x="8647107" y="967467"/>
                  <a:pt x="8893391" y="572788"/>
                </a:cubicBezTo>
                <a:cubicBezTo>
                  <a:pt x="8896018" y="568101"/>
                  <a:pt x="8899507" y="564428"/>
                  <a:pt x="8902990" y="560750"/>
                </a:cubicBezTo>
                <a:cubicBezTo>
                  <a:pt x="8907633" y="554349"/>
                  <a:pt x="8913596" y="547863"/>
                  <a:pt x="8919102" y="542471"/>
                </a:cubicBezTo>
                <a:cubicBezTo>
                  <a:pt x="8828814" y="448553"/>
                  <a:pt x="8743025" y="351231"/>
                  <a:pt x="8661728" y="250903"/>
                </a:cubicBezTo>
                <a:close/>
                <a:moveTo>
                  <a:pt x="8357758" y="0"/>
                </a:moveTo>
                <a:lnTo>
                  <a:pt x="8405492" y="0"/>
                </a:lnTo>
                <a:lnTo>
                  <a:pt x="8392083" y="30495"/>
                </a:lnTo>
                <a:cubicBezTo>
                  <a:pt x="8354166" y="121698"/>
                  <a:pt x="8324318" y="217584"/>
                  <a:pt x="8339888" y="306259"/>
                </a:cubicBezTo>
                <a:cubicBezTo>
                  <a:pt x="8364400" y="446040"/>
                  <a:pt x="8455049" y="577127"/>
                  <a:pt x="8473847" y="727373"/>
                </a:cubicBezTo>
                <a:cubicBezTo>
                  <a:pt x="8510300" y="1013846"/>
                  <a:pt x="8488635" y="1326579"/>
                  <a:pt x="8454081" y="1611960"/>
                </a:cubicBezTo>
                <a:cubicBezTo>
                  <a:pt x="8452268" y="1625361"/>
                  <a:pt x="8409518" y="1692886"/>
                  <a:pt x="8396000" y="1663986"/>
                </a:cubicBezTo>
                <a:cubicBezTo>
                  <a:pt x="8190763" y="1233305"/>
                  <a:pt x="8063839" y="818387"/>
                  <a:pt x="8238881" y="368438"/>
                </a:cubicBezTo>
                <a:lnTo>
                  <a:pt x="7668140" y="942511"/>
                </a:lnTo>
                <a:cubicBezTo>
                  <a:pt x="7658137" y="952438"/>
                  <a:pt x="7629107" y="972341"/>
                  <a:pt x="7637853" y="942567"/>
                </a:cubicBezTo>
                <a:cubicBezTo>
                  <a:pt x="7690270" y="771614"/>
                  <a:pt x="7793861" y="624255"/>
                  <a:pt x="7909649" y="489150"/>
                </a:cubicBezTo>
                <a:cubicBezTo>
                  <a:pt x="8010566" y="370919"/>
                  <a:pt x="8112174" y="322520"/>
                  <a:pt x="8256182" y="301724"/>
                </a:cubicBezTo>
                <a:cubicBezTo>
                  <a:pt x="8255907" y="293239"/>
                  <a:pt x="8255408" y="285302"/>
                  <a:pt x="8255912" y="276498"/>
                </a:cubicBezTo>
                <a:cubicBezTo>
                  <a:pt x="8260651" y="221208"/>
                  <a:pt x="8285427" y="155085"/>
                  <a:pt x="8315225" y="89075"/>
                </a:cubicBezTo>
                <a:close/>
                <a:moveTo>
                  <a:pt x="7497388" y="0"/>
                </a:moveTo>
                <a:lnTo>
                  <a:pt x="7560921" y="0"/>
                </a:lnTo>
                <a:lnTo>
                  <a:pt x="7546742" y="68966"/>
                </a:lnTo>
                <a:cubicBezTo>
                  <a:pt x="7513334" y="225436"/>
                  <a:pt x="7494394" y="379659"/>
                  <a:pt x="7488853" y="535687"/>
                </a:cubicBezTo>
                <a:lnTo>
                  <a:pt x="7529509" y="380358"/>
                </a:lnTo>
                <a:cubicBezTo>
                  <a:pt x="7546426" y="316055"/>
                  <a:pt x="7563725" y="249346"/>
                  <a:pt x="7585939" y="184712"/>
                </a:cubicBezTo>
                <a:cubicBezTo>
                  <a:pt x="7597162" y="152119"/>
                  <a:pt x="7609478" y="119997"/>
                  <a:pt x="7621792" y="87864"/>
                </a:cubicBezTo>
                <a:lnTo>
                  <a:pt x="7654204" y="0"/>
                </a:lnTo>
                <a:lnTo>
                  <a:pt x="7683986" y="0"/>
                </a:lnTo>
                <a:lnTo>
                  <a:pt x="7647914" y="97640"/>
                </a:lnTo>
                <a:cubicBezTo>
                  <a:pt x="7635833" y="129221"/>
                  <a:pt x="7623516" y="161350"/>
                  <a:pt x="7612524" y="193392"/>
                </a:cubicBezTo>
                <a:cubicBezTo>
                  <a:pt x="7590775" y="256933"/>
                  <a:pt x="7573702" y="323103"/>
                  <a:pt x="7557013" y="386853"/>
                </a:cubicBezTo>
                <a:lnTo>
                  <a:pt x="7517286" y="539999"/>
                </a:lnTo>
                <a:cubicBezTo>
                  <a:pt x="7579804" y="409054"/>
                  <a:pt x="7648790" y="283748"/>
                  <a:pt x="7704204" y="152292"/>
                </a:cubicBezTo>
                <a:lnTo>
                  <a:pt x="7756975" y="0"/>
                </a:lnTo>
                <a:lnTo>
                  <a:pt x="7837329" y="0"/>
                </a:lnTo>
                <a:lnTo>
                  <a:pt x="7821760" y="65656"/>
                </a:lnTo>
                <a:cubicBezTo>
                  <a:pt x="7739780" y="311007"/>
                  <a:pt x="7576279" y="519263"/>
                  <a:pt x="7488925" y="763628"/>
                </a:cubicBezTo>
                <a:cubicBezTo>
                  <a:pt x="7478308" y="793254"/>
                  <a:pt x="7422482" y="826275"/>
                  <a:pt x="7419999" y="774360"/>
                </a:cubicBezTo>
                <a:cubicBezTo>
                  <a:pt x="7407159" y="524115"/>
                  <a:pt x="7434412" y="279259"/>
                  <a:pt x="7487820" y="37416"/>
                </a:cubicBezTo>
                <a:close/>
                <a:moveTo>
                  <a:pt x="3882765" y="0"/>
                </a:moveTo>
                <a:lnTo>
                  <a:pt x="3995099" y="0"/>
                </a:lnTo>
                <a:lnTo>
                  <a:pt x="4163818" y="234104"/>
                </a:lnTo>
                <a:cubicBezTo>
                  <a:pt x="4167056" y="234046"/>
                  <a:pt x="4169933" y="233486"/>
                  <a:pt x="4172099" y="234207"/>
                </a:cubicBezTo>
                <a:cubicBezTo>
                  <a:pt x="4370329" y="290447"/>
                  <a:pt x="4575890" y="304753"/>
                  <a:pt x="4784282" y="276561"/>
                </a:cubicBezTo>
                <a:cubicBezTo>
                  <a:pt x="4788943" y="273941"/>
                  <a:pt x="4794689" y="270546"/>
                  <a:pt x="4801687" y="267764"/>
                </a:cubicBezTo>
                <a:cubicBezTo>
                  <a:pt x="5207052" y="98325"/>
                  <a:pt x="5661672" y="149587"/>
                  <a:pt x="6082788" y="64119"/>
                </a:cubicBezTo>
                <a:cubicBezTo>
                  <a:pt x="6097705" y="60940"/>
                  <a:pt x="6122565" y="65809"/>
                  <a:pt x="6099442" y="82568"/>
                </a:cubicBezTo>
                <a:cubicBezTo>
                  <a:pt x="5702970" y="366122"/>
                  <a:pt x="5250177" y="483706"/>
                  <a:pt x="4804137" y="320931"/>
                </a:cubicBezTo>
                <a:cubicBezTo>
                  <a:pt x="4608728" y="353445"/>
                  <a:pt x="4415104" y="351091"/>
                  <a:pt x="4227047" y="313415"/>
                </a:cubicBezTo>
                <a:cubicBezTo>
                  <a:pt x="4265992" y="361495"/>
                  <a:pt x="4305481" y="409180"/>
                  <a:pt x="4346041" y="456086"/>
                </a:cubicBezTo>
                <a:cubicBezTo>
                  <a:pt x="4508645" y="644218"/>
                  <a:pt x="4684629" y="811207"/>
                  <a:pt x="4870967" y="963061"/>
                </a:cubicBezTo>
                <a:cubicBezTo>
                  <a:pt x="4877428" y="960662"/>
                  <a:pt x="4883360" y="958653"/>
                  <a:pt x="4889647" y="957147"/>
                </a:cubicBezTo>
                <a:cubicBezTo>
                  <a:pt x="5063790" y="885104"/>
                  <a:pt x="5235998" y="820573"/>
                  <a:pt x="5422504" y="805191"/>
                </a:cubicBezTo>
                <a:cubicBezTo>
                  <a:pt x="5643719" y="786779"/>
                  <a:pt x="5869113" y="808075"/>
                  <a:pt x="6087656" y="826703"/>
                </a:cubicBezTo>
                <a:cubicBezTo>
                  <a:pt x="6118977" y="829180"/>
                  <a:pt x="6064821" y="863092"/>
                  <a:pt x="6058717" y="865992"/>
                </a:cubicBezTo>
                <a:cubicBezTo>
                  <a:pt x="5757093" y="988464"/>
                  <a:pt x="5312094" y="1115658"/>
                  <a:pt x="4974153" y="1045456"/>
                </a:cubicBezTo>
                <a:cubicBezTo>
                  <a:pt x="5180499" y="1203411"/>
                  <a:pt x="5398986" y="1344171"/>
                  <a:pt x="5627835" y="1472077"/>
                </a:cubicBezTo>
                <a:cubicBezTo>
                  <a:pt x="5628372" y="1471688"/>
                  <a:pt x="5629279" y="1471800"/>
                  <a:pt x="5629817" y="1471412"/>
                </a:cubicBezTo>
                <a:cubicBezTo>
                  <a:pt x="5631249" y="1471132"/>
                  <a:pt x="5633225" y="1470462"/>
                  <a:pt x="5634124" y="1470572"/>
                </a:cubicBezTo>
                <a:cubicBezTo>
                  <a:pt x="5647257" y="1469448"/>
                  <a:pt x="5751167" y="1386498"/>
                  <a:pt x="5755832" y="1383886"/>
                </a:cubicBezTo>
                <a:cubicBezTo>
                  <a:pt x="5837996" y="1338827"/>
                  <a:pt x="5925989" y="1306339"/>
                  <a:pt x="6014186" y="1279799"/>
                </a:cubicBezTo>
                <a:cubicBezTo>
                  <a:pt x="6310230" y="1190367"/>
                  <a:pt x="6608567" y="1157268"/>
                  <a:pt x="6901619" y="1047874"/>
                </a:cubicBezTo>
                <a:cubicBezTo>
                  <a:pt x="6921553" y="1040293"/>
                  <a:pt x="6976591" y="1037028"/>
                  <a:pt x="6931566" y="1062034"/>
                </a:cubicBezTo>
                <a:cubicBezTo>
                  <a:pt x="6610108" y="1243134"/>
                  <a:pt x="6183662" y="1573592"/>
                  <a:pt x="5790982" y="1561380"/>
                </a:cubicBezTo>
                <a:cubicBezTo>
                  <a:pt x="5920545" y="1629240"/>
                  <a:pt x="6053507" y="1693876"/>
                  <a:pt x="6188971" y="1755168"/>
                </a:cubicBezTo>
                <a:cubicBezTo>
                  <a:pt x="6193458" y="1753446"/>
                  <a:pt x="6198307" y="1752214"/>
                  <a:pt x="6202446" y="1752268"/>
                </a:cubicBezTo>
                <a:cubicBezTo>
                  <a:pt x="6504288" y="1570118"/>
                  <a:pt x="6833930" y="1471594"/>
                  <a:pt x="7179560" y="1467551"/>
                </a:cubicBezTo>
                <a:cubicBezTo>
                  <a:pt x="7221126" y="1467186"/>
                  <a:pt x="7172003" y="1501258"/>
                  <a:pt x="7158730" y="1507835"/>
                </a:cubicBezTo>
                <a:cubicBezTo>
                  <a:pt x="6888412" y="1630502"/>
                  <a:pt x="6618589" y="1809287"/>
                  <a:pt x="6326959" y="1817686"/>
                </a:cubicBezTo>
                <a:cubicBezTo>
                  <a:pt x="6396578" y="1848113"/>
                  <a:pt x="6466739" y="1878148"/>
                  <a:pt x="6537433" y="1907790"/>
                </a:cubicBezTo>
                <a:cubicBezTo>
                  <a:pt x="6542473" y="1907949"/>
                  <a:pt x="6546435" y="1908891"/>
                  <a:pt x="6550221" y="1910729"/>
                </a:cubicBezTo>
                <a:cubicBezTo>
                  <a:pt x="6742694" y="1932993"/>
                  <a:pt x="6849771" y="2068278"/>
                  <a:pt x="6964438" y="2209505"/>
                </a:cubicBezTo>
                <a:cubicBezTo>
                  <a:pt x="7113162" y="2393201"/>
                  <a:pt x="7266286" y="2592015"/>
                  <a:pt x="7367862" y="2806833"/>
                </a:cubicBezTo>
                <a:cubicBezTo>
                  <a:pt x="7371456" y="2814338"/>
                  <a:pt x="7369522" y="2821080"/>
                  <a:pt x="7364329" y="2826907"/>
                </a:cubicBezTo>
                <a:cubicBezTo>
                  <a:pt x="7348741" y="2844389"/>
                  <a:pt x="7303788" y="2853651"/>
                  <a:pt x="7290545" y="2850663"/>
                </a:cubicBezTo>
                <a:cubicBezTo>
                  <a:pt x="6859896" y="2738539"/>
                  <a:pt x="6609607" y="2342306"/>
                  <a:pt x="6472036" y="1959003"/>
                </a:cubicBezTo>
                <a:cubicBezTo>
                  <a:pt x="6239391" y="1862081"/>
                  <a:pt x="6011946" y="1759868"/>
                  <a:pt x="5792897" y="1647747"/>
                </a:cubicBezTo>
                <a:cubicBezTo>
                  <a:pt x="5817125" y="1702679"/>
                  <a:pt x="5838127" y="1759942"/>
                  <a:pt x="5842751" y="1816112"/>
                </a:cubicBezTo>
                <a:cubicBezTo>
                  <a:pt x="5844184" y="1815832"/>
                  <a:pt x="5846161" y="1815162"/>
                  <a:pt x="5847424" y="1815776"/>
                </a:cubicBezTo>
                <a:cubicBezTo>
                  <a:pt x="6140442" y="1830791"/>
                  <a:pt x="6291873" y="2115536"/>
                  <a:pt x="6399821" y="2344799"/>
                </a:cubicBezTo>
                <a:cubicBezTo>
                  <a:pt x="6413837" y="2374329"/>
                  <a:pt x="6342916" y="2402075"/>
                  <a:pt x="6323232" y="2389634"/>
                </a:cubicBezTo>
                <a:cubicBezTo>
                  <a:pt x="6177906" y="2301146"/>
                  <a:pt x="6052833" y="2198747"/>
                  <a:pt x="5942958" y="2077708"/>
                </a:cubicBezTo>
                <a:cubicBezTo>
                  <a:pt x="5949243" y="2174636"/>
                  <a:pt x="5937179" y="2273417"/>
                  <a:pt x="5921559" y="2378596"/>
                </a:cubicBezTo>
                <a:cubicBezTo>
                  <a:pt x="5888539" y="2593290"/>
                  <a:pt x="5878937" y="2813146"/>
                  <a:pt x="5817651" y="3023919"/>
                </a:cubicBezTo>
                <a:cubicBezTo>
                  <a:pt x="5810408" y="3049005"/>
                  <a:pt x="5741174" y="3089270"/>
                  <a:pt x="5729634" y="3051849"/>
                </a:cubicBezTo>
                <a:cubicBezTo>
                  <a:pt x="5657096" y="2815984"/>
                  <a:pt x="5581632" y="2571559"/>
                  <a:pt x="5611018" y="2316769"/>
                </a:cubicBezTo>
                <a:cubicBezTo>
                  <a:pt x="5622715" y="2217484"/>
                  <a:pt x="5656813" y="2135538"/>
                  <a:pt x="5687608" y="2039972"/>
                </a:cubicBezTo>
                <a:cubicBezTo>
                  <a:pt x="5744741" y="1859679"/>
                  <a:pt x="5733310" y="1742061"/>
                  <a:pt x="5657554" y="1576445"/>
                </a:cubicBezTo>
                <a:cubicBezTo>
                  <a:pt x="5483232" y="1483028"/>
                  <a:pt x="5313009" y="1382833"/>
                  <a:pt x="5150475" y="1274012"/>
                </a:cubicBezTo>
                <a:cubicBezTo>
                  <a:pt x="5326569" y="1559959"/>
                  <a:pt x="5457991" y="1838600"/>
                  <a:pt x="5349142" y="2204405"/>
                </a:cubicBezTo>
                <a:cubicBezTo>
                  <a:pt x="5342604" y="2225928"/>
                  <a:pt x="5273881" y="2261245"/>
                  <a:pt x="5262214" y="2233836"/>
                </a:cubicBezTo>
                <a:cubicBezTo>
                  <a:pt x="5160759" y="2006724"/>
                  <a:pt x="5064863" y="1777114"/>
                  <a:pt x="4981539" y="1542201"/>
                </a:cubicBezTo>
                <a:cubicBezTo>
                  <a:pt x="4932755" y="1405876"/>
                  <a:pt x="4893729" y="1278486"/>
                  <a:pt x="4958461" y="1136957"/>
                </a:cubicBezTo>
                <a:cubicBezTo>
                  <a:pt x="4854219" y="1059900"/>
                  <a:pt x="4753195" y="978221"/>
                  <a:pt x="4655015" y="891426"/>
                </a:cubicBezTo>
                <a:cubicBezTo>
                  <a:pt x="4700834" y="1342763"/>
                  <a:pt x="4530476" y="1779853"/>
                  <a:pt x="4348002" y="2205895"/>
                </a:cubicBezTo>
                <a:cubicBezTo>
                  <a:pt x="4337873" y="2229260"/>
                  <a:pt x="4261560" y="2258626"/>
                  <a:pt x="4262250" y="2219972"/>
                </a:cubicBezTo>
                <a:cubicBezTo>
                  <a:pt x="4268663" y="1744520"/>
                  <a:pt x="4175629" y="1214471"/>
                  <a:pt x="4550611" y="817540"/>
                </a:cubicBezTo>
                <a:cubicBezTo>
                  <a:pt x="4554014" y="814312"/>
                  <a:pt x="4558850" y="810804"/>
                  <a:pt x="4564418" y="808293"/>
                </a:cubicBezTo>
                <a:cubicBezTo>
                  <a:pt x="4461330" y="711325"/>
                  <a:pt x="4361455" y="609738"/>
                  <a:pt x="4266388" y="500083"/>
                </a:cubicBezTo>
                <a:cubicBezTo>
                  <a:pt x="4185451" y="406519"/>
                  <a:pt x="4107556" y="310364"/>
                  <a:pt x="4032842" y="211809"/>
                </a:cubicBezTo>
                <a:close/>
                <a:moveTo>
                  <a:pt x="3721337" y="0"/>
                </a:moveTo>
                <a:lnTo>
                  <a:pt x="3797544" y="0"/>
                </a:lnTo>
                <a:lnTo>
                  <a:pt x="3775734" y="95131"/>
                </a:lnTo>
                <a:cubicBezTo>
                  <a:pt x="3762598" y="156923"/>
                  <a:pt x="3748081" y="217234"/>
                  <a:pt x="3724807" y="272257"/>
                </a:cubicBezTo>
                <a:cubicBezTo>
                  <a:pt x="3725550" y="275539"/>
                  <a:pt x="3726109" y="279707"/>
                  <a:pt x="3726844" y="282988"/>
                </a:cubicBezTo>
                <a:cubicBezTo>
                  <a:pt x="3732776" y="280979"/>
                  <a:pt x="3739065" y="279475"/>
                  <a:pt x="3742664" y="279918"/>
                </a:cubicBezTo>
                <a:cubicBezTo>
                  <a:pt x="4076263" y="313585"/>
                  <a:pt x="4081377" y="922622"/>
                  <a:pt x="4103910" y="1161917"/>
                </a:cubicBezTo>
                <a:cubicBezTo>
                  <a:pt x="4106010" y="1184045"/>
                  <a:pt x="4034389" y="1215360"/>
                  <a:pt x="4020269" y="1200406"/>
                </a:cubicBezTo>
                <a:cubicBezTo>
                  <a:pt x="3826459" y="997506"/>
                  <a:pt x="3735339" y="752983"/>
                  <a:pt x="3674882" y="488524"/>
                </a:cubicBezTo>
                <a:cubicBezTo>
                  <a:pt x="3559684" y="713184"/>
                  <a:pt x="3278706" y="925237"/>
                  <a:pt x="3132682" y="1072284"/>
                </a:cubicBezTo>
                <a:cubicBezTo>
                  <a:pt x="3002939" y="1202191"/>
                  <a:pt x="2899935" y="1287527"/>
                  <a:pt x="2716346" y="1276376"/>
                </a:cubicBezTo>
                <a:cubicBezTo>
                  <a:pt x="2700863" y="1275390"/>
                  <a:pt x="2710506" y="1261536"/>
                  <a:pt x="2716772" y="1255462"/>
                </a:cubicBezTo>
                <a:cubicBezTo>
                  <a:pt x="2980750" y="993927"/>
                  <a:pt x="3207119" y="698608"/>
                  <a:pt x="3471096" y="437072"/>
                </a:cubicBezTo>
                <a:cubicBezTo>
                  <a:pt x="3516376" y="392044"/>
                  <a:pt x="3602281" y="339698"/>
                  <a:pt x="3639057" y="286334"/>
                </a:cubicBezTo>
                <a:cubicBezTo>
                  <a:pt x="3639591" y="285947"/>
                  <a:pt x="3639767" y="285058"/>
                  <a:pt x="3640309" y="284664"/>
                </a:cubicBezTo>
                <a:cubicBezTo>
                  <a:pt x="3642272" y="281720"/>
                  <a:pt x="3644597" y="279273"/>
                  <a:pt x="3646022" y="276711"/>
                </a:cubicBezTo>
                <a:cubicBezTo>
                  <a:pt x="3677659" y="221350"/>
                  <a:pt x="3693078" y="144742"/>
                  <a:pt x="3707943" y="65958"/>
                </a:cubicBezTo>
                <a:close/>
                <a:moveTo>
                  <a:pt x="2867960" y="0"/>
                </a:moveTo>
                <a:lnTo>
                  <a:pt x="2926351" y="0"/>
                </a:lnTo>
                <a:lnTo>
                  <a:pt x="2902823" y="262929"/>
                </a:lnTo>
                <a:cubicBezTo>
                  <a:pt x="2913215" y="221824"/>
                  <a:pt x="2926844" y="180662"/>
                  <a:pt x="2940663" y="140884"/>
                </a:cubicBezTo>
                <a:lnTo>
                  <a:pt x="2947039" y="122524"/>
                </a:lnTo>
                <a:lnTo>
                  <a:pt x="2984316" y="0"/>
                </a:lnTo>
                <a:lnTo>
                  <a:pt x="3016114" y="0"/>
                </a:lnTo>
                <a:lnTo>
                  <a:pt x="2979949" y="119274"/>
                </a:lnTo>
                <a:lnTo>
                  <a:pt x="3023879" y="0"/>
                </a:lnTo>
                <a:lnTo>
                  <a:pt x="3105400" y="0"/>
                </a:lnTo>
                <a:lnTo>
                  <a:pt x="3094669" y="30308"/>
                </a:lnTo>
                <a:cubicBezTo>
                  <a:pt x="3037894" y="178003"/>
                  <a:pt x="2973232" y="323305"/>
                  <a:pt x="2901945" y="466538"/>
                </a:cubicBezTo>
                <a:cubicBezTo>
                  <a:pt x="2895180" y="479835"/>
                  <a:pt x="2815686" y="518381"/>
                  <a:pt x="2815209" y="497361"/>
                </a:cubicBezTo>
                <a:cubicBezTo>
                  <a:pt x="2812746" y="375148"/>
                  <a:pt x="2825702" y="251298"/>
                  <a:pt x="2844845" y="127638"/>
                </a:cubicBezTo>
                <a:close/>
                <a:moveTo>
                  <a:pt x="1057230" y="0"/>
                </a:moveTo>
                <a:lnTo>
                  <a:pt x="1111003" y="0"/>
                </a:lnTo>
                <a:lnTo>
                  <a:pt x="1125553" y="52588"/>
                </a:lnTo>
                <a:cubicBezTo>
                  <a:pt x="1174409" y="196547"/>
                  <a:pt x="1244674" y="336170"/>
                  <a:pt x="1304276" y="476275"/>
                </a:cubicBezTo>
                <a:cubicBezTo>
                  <a:pt x="1351896" y="589579"/>
                  <a:pt x="1459984" y="863646"/>
                  <a:pt x="1492066" y="886333"/>
                </a:cubicBezTo>
                <a:lnTo>
                  <a:pt x="1423698" y="710817"/>
                </a:lnTo>
                <a:cubicBezTo>
                  <a:pt x="1401022" y="652964"/>
                  <a:pt x="1378015" y="593152"/>
                  <a:pt x="1357609" y="532892"/>
                </a:cubicBezTo>
                <a:cubicBezTo>
                  <a:pt x="1339853" y="480241"/>
                  <a:pt x="1324587" y="426487"/>
                  <a:pt x="1309550" y="374031"/>
                </a:cubicBezTo>
                <a:cubicBezTo>
                  <a:pt x="1277632" y="264242"/>
                  <a:pt x="1244842" y="151584"/>
                  <a:pt x="1193673" y="49533"/>
                </a:cubicBezTo>
                <a:lnTo>
                  <a:pt x="1164391" y="0"/>
                </a:lnTo>
                <a:lnTo>
                  <a:pt x="1200666" y="0"/>
                </a:lnTo>
                <a:lnTo>
                  <a:pt x="1223408" y="38996"/>
                </a:lnTo>
                <a:cubicBezTo>
                  <a:pt x="1274817" y="142454"/>
                  <a:pt x="1307626" y="255236"/>
                  <a:pt x="1339635" y="365517"/>
                </a:cubicBezTo>
                <a:cubicBezTo>
                  <a:pt x="1354670" y="417965"/>
                  <a:pt x="1370587" y="471608"/>
                  <a:pt x="1387469" y="523079"/>
                </a:cubicBezTo>
                <a:cubicBezTo>
                  <a:pt x="1407105" y="582792"/>
                  <a:pt x="1430659" y="641842"/>
                  <a:pt x="1452685" y="699806"/>
                </a:cubicBezTo>
                <a:lnTo>
                  <a:pt x="1492092" y="800424"/>
                </a:lnTo>
                <a:cubicBezTo>
                  <a:pt x="1484618" y="760762"/>
                  <a:pt x="1473155" y="705686"/>
                  <a:pt x="1455302" y="632913"/>
                </a:cubicBezTo>
                <a:cubicBezTo>
                  <a:pt x="1413478" y="460985"/>
                  <a:pt x="1347194" y="188426"/>
                  <a:pt x="1222336" y="9480"/>
                </a:cubicBezTo>
                <a:lnTo>
                  <a:pt x="1214634" y="0"/>
                </a:lnTo>
                <a:lnTo>
                  <a:pt x="1289827" y="0"/>
                </a:lnTo>
                <a:lnTo>
                  <a:pt x="1321076" y="59722"/>
                </a:lnTo>
                <a:cubicBezTo>
                  <a:pt x="1409905" y="250193"/>
                  <a:pt x="1460341" y="480374"/>
                  <a:pt x="1512579" y="626441"/>
                </a:cubicBezTo>
                <a:cubicBezTo>
                  <a:pt x="1573756" y="799163"/>
                  <a:pt x="1605359" y="928641"/>
                  <a:pt x="1506076" y="1089289"/>
                </a:cubicBezTo>
                <a:cubicBezTo>
                  <a:pt x="1497659" y="1102817"/>
                  <a:pt x="1489109" y="1088176"/>
                  <a:pt x="1486346" y="1079919"/>
                </a:cubicBezTo>
                <a:cubicBezTo>
                  <a:pt x="1364522" y="729689"/>
                  <a:pt x="1192335" y="398839"/>
                  <a:pt x="1070511" y="48609"/>
                </a:cubicBezTo>
                <a:close/>
                <a:moveTo>
                  <a:pt x="43151" y="0"/>
                </a:moveTo>
                <a:lnTo>
                  <a:pt x="95283" y="0"/>
                </a:lnTo>
                <a:lnTo>
                  <a:pt x="300708" y="154571"/>
                </a:lnTo>
                <a:cubicBezTo>
                  <a:pt x="379729" y="218614"/>
                  <a:pt x="456466" y="285481"/>
                  <a:pt x="530414" y="354673"/>
                </a:cubicBezTo>
                <a:cubicBezTo>
                  <a:pt x="466701" y="288424"/>
                  <a:pt x="401285" y="223977"/>
                  <a:pt x="333785" y="161564"/>
                </a:cubicBezTo>
                <a:lnTo>
                  <a:pt x="147005" y="0"/>
                </a:lnTo>
                <a:lnTo>
                  <a:pt x="272509" y="0"/>
                </a:lnTo>
                <a:lnTo>
                  <a:pt x="326276" y="45847"/>
                </a:lnTo>
                <a:cubicBezTo>
                  <a:pt x="505803" y="208268"/>
                  <a:pt x="670600" y="385490"/>
                  <a:pt x="823759" y="574145"/>
                </a:cubicBezTo>
                <a:cubicBezTo>
                  <a:pt x="833168" y="585952"/>
                  <a:pt x="831522" y="674146"/>
                  <a:pt x="811254" y="665546"/>
                </a:cubicBezTo>
                <a:cubicBezTo>
                  <a:pt x="575890" y="564984"/>
                  <a:pt x="364063" y="406029"/>
                  <a:pt x="154042" y="261522"/>
                </a:cubicBezTo>
                <a:cubicBezTo>
                  <a:pt x="104946" y="227663"/>
                  <a:pt x="58037" y="193597"/>
                  <a:pt x="13550" y="158423"/>
                </a:cubicBezTo>
                <a:lnTo>
                  <a:pt x="0" y="146618"/>
                </a:lnTo>
                <a:lnTo>
                  <a:pt x="0" y="59161"/>
                </a:lnTo>
                <a:lnTo>
                  <a:pt x="45427" y="101078"/>
                </a:lnTo>
                <a:cubicBezTo>
                  <a:pt x="223783" y="254949"/>
                  <a:pt x="433006" y="385896"/>
                  <a:pt x="630103" y="485885"/>
                </a:cubicBezTo>
                <a:cubicBezTo>
                  <a:pt x="595938" y="458865"/>
                  <a:pt x="563284" y="428899"/>
                  <a:pt x="532040" y="399359"/>
                </a:cubicBezTo>
                <a:lnTo>
                  <a:pt x="517618" y="385726"/>
                </a:lnTo>
                <a:cubicBezTo>
                  <a:pt x="442853" y="315667"/>
                  <a:pt x="365106" y="247799"/>
                  <a:pt x="285074" y="182755"/>
                </a:cubicBezTo>
                <a:close/>
              </a:path>
            </a:pathLst>
          </a:cu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D888B23-07FA-482A-96DF-47E31AF1A6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7200" y="457201"/>
            <a:ext cx="11277600" cy="5943598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>
            <a:outerShdw blurRad="317500" algn="ctr" rotWithShape="0">
              <a:schemeClr val="tx1">
                <a:alpha val="25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3000" y="990599"/>
            <a:ext cx="9906000" cy="685800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/>
              <a:t>Robotics Relevance</a:t>
            </a:r>
          </a:p>
        </p:txBody>
      </p:sp>
      <p:graphicFrame>
        <p:nvGraphicFramePr>
          <p:cNvPr id="19" name="Content Placeholder 2">
            <a:extLst>
              <a:ext uri="{FF2B5EF4-FFF2-40B4-BE49-F238E27FC236}">
                <a16:creationId xmlns:a16="http://schemas.microsoft.com/office/drawing/2014/main" id="{A43DB991-0D85-323A-B3C1-6A27D9EBBA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10455789"/>
              </p:ext>
            </p:extLst>
          </p:nvPr>
        </p:nvGraphicFramePr>
        <p:xfrm>
          <a:off x="457198" y="2447622"/>
          <a:ext cx="10820400" cy="37337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3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75CFD75B-5E3B-350D-9794-BA48D5209E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4326" y="166480"/>
            <a:ext cx="984705" cy="9847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7" descr="A table with a head on it&#10;&#10;AI-generated content may be incorrect.">
            <a:extLst>
              <a:ext uri="{FF2B5EF4-FFF2-40B4-BE49-F238E27FC236}">
                <a16:creationId xmlns:a16="http://schemas.microsoft.com/office/drawing/2014/main" id="{25E69440-CBDF-933A-F3BB-168A3E22F5AE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837473B0-CC2E-450A-ABE3-18F120FF3D39}">
                <a1611:picAttrSrcUrl xmlns:a1611="http://schemas.microsoft.com/office/drawing/2016/11/main" r:id="rId9"/>
              </a:ext>
            </a:extLst>
          </a:blip>
          <a:srcRect l="7037" t="9252" r="19108" b="405"/>
          <a:stretch>
            <a:fillRect/>
          </a:stretch>
        </p:blipFill>
        <p:spPr>
          <a:xfrm>
            <a:off x="1002586" y="2220472"/>
            <a:ext cx="2458436" cy="2359207"/>
          </a:xfrm>
          <a:prstGeom prst="rect">
            <a:avLst/>
          </a:prstGeom>
        </p:spPr>
      </p:pic>
      <p:pic>
        <p:nvPicPr>
          <p:cNvPr id="22" name="Picture 21" descr="Human Machine Interface (HMI): A Complete Guide">
            <a:extLst>
              <a:ext uri="{FF2B5EF4-FFF2-40B4-BE49-F238E27FC236}">
                <a16:creationId xmlns:a16="http://schemas.microsoft.com/office/drawing/2014/main" id="{57F820AE-B74C-5B9B-92F4-FAAC1F82B43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740647" y="2222166"/>
            <a:ext cx="3534834" cy="2261871"/>
          </a:xfrm>
          <a:prstGeom prst="rect">
            <a:avLst/>
          </a:prstGeom>
        </p:spPr>
      </p:pic>
      <p:pic>
        <p:nvPicPr>
          <p:cNvPr id="31" name="Picture 30" descr="A robot holding a tablet&#10;&#10;AI-generated content may be incorrect.">
            <a:extLst>
              <a:ext uri="{FF2B5EF4-FFF2-40B4-BE49-F238E27FC236}">
                <a16:creationId xmlns:a16="http://schemas.microsoft.com/office/drawing/2014/main" id="{F1924C62-18B3-E4AC-7E50-E37CDF6385D4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837473B0-CC2E-450A-ABE3-18F120FF3D39}">
                <a1611:picAttrSrcUrl xmlns:a1611="http://schemas.microsoft.com/office/drawing/2016/11/main" r:id="rId12"/>
              </a:ext>
            </a:extLst>
          </a:blip>
          <a:srcRect l="15847" r="16120" b="294"/>
          <a:stretch>
            <a:fillRect/>
          </a:stretch>
        </p:blipFill>
        <p:spPr>
          <a:xfrm>
            <a:off x="4544480" y="2219627"/>
            <a:ext cx="2635256" cy="2365817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N"/>
              <a:t>System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FB89C84-F5CF-D3E4-C212-E9B1F08AEA9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049" y="1223966"/>
            <a:ext cx="11318782" cy="5461314"/>
          </a:xfrm>
          <a:prstGeom prst="round2DiagRect">
            <a:avLst>
              <a:gd name="adj1" fmla="val 16667"/>
              <a:gd name="adj2" fmla="val 0"/>
            </a:avLst>
          </a:prstGeom>
          <a:ln w="88900" cap="sq">
            <a:solidFill>
              <a:srgbClr val="FFFFFF"/>
            </a:soli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6E9B3E6-E277-4D68-BA48-9CB43FFBD6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1" y="1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E1C45F0-260A-458C-96ED-C1F6D21512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001" y="1216597"/>
            <a:ext cx="548639" cy="673460"/>
            <a:chOff x="3940602" y="308034"/>
            <a:chExt cx="2116791" cy="3428999"/>
          </a:xfrm>
          <a:solidFill>
            <a:schemeClr val="accent4"/>
          </a:solidFill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A6604B49-AD5C-4590-B051-06C8222ECD9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743ECCAF-29C5-4537-947C-7EA1292463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ED49787B-8DE6-4467-AD0A-8DECC6E0C2D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6" name="Rectangle 15">
            <a:extLst>
              <a:ext uri="{FF2B5EF4-FFF2-40B4-BE49-F238E27FC236}">
                <a16:creationId xmlns:a16="http://schemas.microsoft.com/office/drawing/2014/main" id="{D5B0017B-2ECA-49AF-B397-DC140825DF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04060" y="613954"/>
            <a:ext cx="8180615" cy="1894116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06724" y="809898"/>
            <a:ext cx="7629757" cy="1554480"/>
          </a:xfrm>
        </p:spPr>
        <p:txBody>
          <a:bodyPr anchor="ctr">
            <a:normAutofit/>
          </a:bodyPr>
          <a:lstStyle/>
          <a:p>
            <a:r>
              <a:rPr lang="en-IN" sz="4200"/>
              <a:t>Sensors &amp; Actuators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6CF1BAF6-AD41-4082-B212-8A1F9A2E87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2152650" y="6485313"/>
            <a:ext cx="7886700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7213B28-0729-4788-5E65-C517E182322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52128275"/>
              </p:ext>
            </p:extLst>
          </p:nvPr>
        </p:nvGraphicFramePr>
        <p:xfrm>
          <a:off x="1190831" y="2570829"/>
          <a:ext cx="9767657" cy="366973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pic>
        <p:nvPicPr>
          <p:cNvPr id="2148" name="Picture 2147" descr="A group of small electronic components&#10;&#10;AI-generated content may be incorrect.">
            <a:extLst>
              <a:ext uri="{FF2B5EF4-FFF2-40B4-BE49-F238E27FC236}">
                <a16:creationId xmlns:a16="http://schemas.microsoft.com/office/drawing/2014/main" id="{DEA7BE9F-5717-D5EE-2748-C6A4AE62CD3F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1515" t="6811" r="1894" b="-2326"/>
          <a:stretch>
            <a:fillRect/>
          </a:stretch>
        </p:blipFill>
        <p:spPr>
          <a:xfrm>
            <a:off x="1018189" y="2594754"/>
            <a:ext cx="3350171" cy="2170898"/>
          </a:xfrm>
          <a:prstGeom prst="rect">
            <a:avLst/>
          </a:prstGeom>
        </p:spPr>
      </p:pic>
      <p:pic>
        <p:nvPicPr>
          <p:cNvPr id="2182" name="Picture 2181" descr="We only build technology in the interest of storytelling' – Disney's  associate lab director of Robotics on the Star Wars BDX Droids and what  lies ahead | TechRadar">
            <a:extLst>
              <a:ext uri="{FF2B5EF4-FFF2-40B4-BE49-F238E27FC236}">
                <a16:creationId xmlns:a16="http://schemas.microsoft.com/office/drawing/2014/main" id="{5A420631-C6B7-6A22-05D9-FFC38320E62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368526" y="2723329"/>
            <a:ext cx="3454947" cy="2028826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N"/>
              <a:t>Feasibility &amp; Risks</a:t>
            </a:r>
          </a:p>
        </p:txBody>
      </p:sp>
      <p:graphicFrame>
        <p:nvGraphicFramePr>
          <p:cNvPr id="20" name="Content Placeholder 2">
            <a:extLst>
              <a:ext uri="{FF2B5EF4-FFF2-40B4-BE49-F238E27FC236}">
                <a16:creationId xmlns:a16="http://schemas.microsoft.com/office/drawing/2014/main" id="{8DB17870-C3FA-EF05-D0C3-E617566703E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06000121"/>
              </p:ext>
            </p:extLst>
          </p:nvPr>
        </p:nvGraphicFramePr>
        <p:xfrm>
          <a:off x="609600" y="1600201"/>
          <a:ext cx="109728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30D7CD11-8112-4A27-90E1-1BF4B765C13F}"/>
              </a:ext>
            </a:extLst>
          </p:cNvPr>
          <p:cNvSpPr txBox="1"/>
          <p:nvPr/>
        </p:nvSpPr>
        <p:spPr>
          <a:xfrm>
            <a:off x="1402080" y="5752365"/>
            <a:ext cx="938784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/>
              <a:t>The system is designed to fail safely by stopping motion and notifying the caregiver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0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700"/>
              <a:t>Proof of Concept Plan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068313" y="3465005"/>
            <a:ext cx="5410200" cy="13716"/>
          </a:xfrm>
          <a:custGeom>
            <a:avLst/>
            <a:gdLst>
              <a:gd name="csX0" fmla="*/ 0 w 5410200"/>
              <a:gd name="csY0" fmla="*/ 0 h 13716"/>
              <a:gd name="csX1" fmla="*/ 568071 w 5410200"/>
              <a:gd name="csY1" fmla="*/ 0 h 13716"/>
              <a:gd name="csX2" fmla="*/ 1298448 w 5410200"/>
              <a:gd name="csY2" fmla="*/ 0 h 13716"/>
              <a:gd name="csX3" fmla="*/ 1920621 w 5410200"/>
              <a:gd name="csY3" fmla="*/ 0 h 13716"/>
              <a:gd name="csX4" fmla="*/ 2488692 w 5410200"/>
              <a:gd name="csY4" fmla="*/ 0 h 13716"/>
              <a:gd name="csX5" fmla="*/ 3219069 w 5410200"/>
              <a:gd name="csY5" fmla="*/ 0 h 13716"/>
              <a:gd name="csX6" fmla="*/ 3895344 w 5410200"/>
              <a:gd name="csY6" fmla="*/ 0 h 13716"/>
              <a:gd name="csX7" fmla="*/ 4571619 w 5410200"/>
              <a:gd name="csY7" fmla="*/ 0 h 13716"/>
              <a:gd name="csX8" fmla="*/ 5410200 w 5410200"/>
              <a:gd name="csY8" fmla="*/ 0 h 13716"/>
              <a:gd name="csX9" fmla="*/ 5410200 w 5410200"/>
              <a:gd name="csY9" fmla="*/ 13716 h 13716"/>
              <a:gd name="csX10" fmla="*/ 4842129 w 5410200"/>
              <a:gd name="csY10" fmla="*/ 13716 h 13716"/>
              <a:gd name="csX11" fmla="*/ 4328160 w 5410200"/>
              <a:gd name="csY11" fmla="*/ 13716 h 13716"/>
              <a:gd name="csX12" fmla="*/ 3597783 w 5410200"/>
              <a:gd name="csY12" fmla="*/ 13716 h 13716"/>
              <a:gd name="csX13" fmla="*/ 3029712 w 5410200"/>
              <a:gd name="csY13" fmla="*/ 13716 h 13716"/>
              <a:gd name="csX14" fmla="*/ 2299335 w 5410200"/>
              <a:gd name="csY14" fmla="*/ 13716 h 13716"/>
              <a:gd name="csX15" fmla="*/ 1514856 w 5410200"/>
              <a:gd name="csY15" fmla="*/ 13716 h 13716"/>
              <a:gd name="csX16" fmla="*/ 892683 w 5410200"/>
              <a:gd name="csY16" fmla="*/ 13716 h 13716"/>
              <a:gd name="csX17" fmla="*/ 0 w 5410200"/>
              <a:gd name="csY17" fmla="*/ 13716 h 13716"/>
              <a:gd name="csX18" fmla="*/ 0 w 5410200"/>
              <a:gd name="csY18" fmla="*/ 0 h 13716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4FAEF82-697E-F8FB-0F75-9C4D53BF5E7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474557691"/>
              </p:ext>
            </p:extLst>
          </p:nvPr>
        </p:nvGraphicFramePr>
        <p:xfrm>
          <a:off x="5010013" y="640823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Innovation &amp; Sustainability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3FF1E27-0288-E27F-14B2-76029F4481F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1981200" y="1600201"/>
          <a:ext cx="8229600" cy="452596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BC8536-C354-3A3F-8201-41D679DFC5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5EF47-4CD7-E62F-ED96-F6E733CA5F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N"/>
              <a:t>System Architecture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7356477-6F41-CA39-B8FB-F176B9681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4373" y="1466610"/>
            <a:ext cx="6983254" cy="5401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03232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26D7C0-E8DF-1BB7-E52E-C7353E8CC5B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6B8802-35A8-7C7E-3026-D43D67D53E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41680" y="5262880"/>
            <a:ext cx="10972800" cy="1143000"/>
          </a:xfrm>
        </p:spPr>
        <p:txBody>
          <a:bodyPr anchor="ctr">
            <a:normAutofit/>
          </a:bodyPr>
          <a:lstStyle/>
          <a:p>
            <a:r>
              <a:rPr lang="en-IN"/>
              <a:t>System Architecture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EFF51B63-D94F-2231-7570-021E7D8B3C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1346" y="-10160"/>
            <a:ext cx="7413467" cy="49136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429732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1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>
                <a:solidFill>
                  <a:schemeClr val="bg1"/>
                </a:solidFill>
              </a:rPr>
              <a:t>Phase-2 Roadmap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001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8696" y="4752209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8696" y="4752209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6214" y="5539936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C7EFD102-6085-0F1E-5043-316A90BA35B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014210264"/>
              </p:ext>
            </p:extLst>
          </p:nvPr>
        </p:nvGraphicFramePr>
        <p:xfrm>
          <a:off x="5637105" y="477541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1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52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4100">
                <a:solidFill>
                  <a:schemeClr val="bg1"/>
                </a:solidFill>
              </a:rPr>
              <a:t>Expected Outcomes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4001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8696" y="4752209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828696" y="4752209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606214" y="5539936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aphicFrame>
        <p:nvGraphicFramePr>
          <p:cNvPr id="16" name="Content Placeholder 2">
            <a:extLst>
              <a:ext uri="{FF2B5EF4-FFF2-40B4-BE49-F238E27FC236}">
                <a16:creationId xmlns:a16="http://schemas.microsoft.com/office/drawing/2014/main" id="{618B270A-F3DD-ECAD-7FE5-EE798CA1809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33509576"/>
              </p:ext>
            </p:extLst>
          </p:nvPr>
        </p:nvGraphicFramePr>
        <p:xfrm>
          <a:off x="5637105" y="477541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AE2B703B-46F9-481A-A605-82E2A828C4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459863"/>
            <a:ext cx="10515600" cy="1004594"/>
          </a:xfrm>
        </p:spPr>
        <p:txBody>
          <a:bodyPr>
            <a:normAutofit/>
          </a:bodyPr>
          <a:lstStyle/>
          <a:p>
            <a:r>
              <a:rPr lang="en-IN">
                <a:solidFill>
                  <a:srgbClr val="FFFFFF"/>
                </a:solidFill>
              </a:rPr>
              <a:t>Conclusion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13BE4D7-0C3D-4906-B230-A1C5B4665C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79496" y="1587970"/>
            <a:ext cx="11033008" cy="4768380"/>
          </a:xfrm>
          <a:prstGeom prst="roundRect">
            <a:avLst>
              <a:gd name="adj" fmla="val 3174"/>
            </a:avLst>
          </a:prstGeom>
          <a:solidFill>
            <a:schemeClr val="bg1">
              <a:alpha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" name="Picture 2" descr="Amrita School of Engineering - [ASE], Coimbatore - Admissions, Contact,  Website, Facilities 2024-2025">
            <a:extLst>
              <a:ext uri="{FF2B5EF4-FFF2-40B4-BE49-F238E27FC236}">
                <a16:creationId xmlns:a16="http://schemas.microsoft.com/office/drawing/2014/main" id="{CBF77442-82E6-4493-822A-1C6EFD62A9A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496" y="166481"/>
            <a:ext cx="670338" cy="670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04F7B370-C341-3ED3-8A99-FDE216C5A05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1641175"/>
              </p:ext>
            </p:extLst>
          </p:nvPr>
        </p:nvGraphicFramePr>
        <p:xfrm>
          <a:off x="838200" y="1513443"/>
          <a:ext cx="10515600" cy="36042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F7D9E645-12C0-96D0-39D6-17D42E9181A2}"/>
              </a:ext>
            </a:extLst>
          </p:cNvPr>
          <p:cNvSpPr txBox="1"/>
          <p:nvPr/>
        </p:nvSpPr>
        <p:spPr>
          <a:xfrm>
            <a:off x="1889760" y="5270030"/>
            <a:ext cx="86156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i="1">
                <a:solidFill>
                  <a:schemeClr val="tx1">
                    <a:lumMod val="50000"/>
                    <a:lumOff val="50000"/>
                  </a:schemeClr>
                </a:solidFill>
              </a:rPr>
              <a:t>Our goal is not to replace pets—but to make companionship more accessible.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1" y="-1"/>
            <a:ext cx="9143771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228" y="0"/>
            <a:ext cx="9143772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FCC2F5-49B9-45B9-90FD-0BF55EAB94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63275" y="346073"/>
            <a:ext cx="3604497" cy="1297115"/>
          </a:xfrm>
        </p:spPr>
        <p:txBody>
          <a:bodyPr vert="horz" lIns="91440" tIns="45720" rIns="91440" bIns="45720" rtlCol="0" anchor="t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3500">
                <a:solidFill>
                  <a:schemeClr val="tx2"/>
                </a:solidFill>
              </a:rPr>
              <a:t>References</a:t>
            </a:r>
          </a:p>
        </p:txBody>
      </p:sp>
      <p:pic>
        <p:nvPicPr>
          <p:cNvPr id="6" name="Graphic 5" descr="Books">
            <a:extLst>
              <a:ext uri="{FF2B5EF4-FFF2-40B4-BE49-F238E27FC236}">
                <a16:creationId xmlns:a16="http://schemas.microsoft.com/office/drawing/2014/main" id="{82CD92C3-3092-642D-B5AD-5289087491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779352" y="2333040"/>
            <a:ext cx="3106320" cy="310632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520812" y="-5977"/>
            <a:ext cx="4679005" cy="6863979"/>
            <a:chOff x="305" y="-5977"/>
            <a:chExt cx="6238675" cy="6863979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TextBox 3">
            <a:extLst>
              <a:ext uri="{FF2B5EF4-FFF2-40B4-BE49-F238E27FC236}">
                <a16:creationId xmlns:a16="http://schemas.microsoft.com/office/drawing/2014/main" id="{357F205A-EC65-62BC-25B0-611F80BEDC4B}"/>
              </a:ext>
            </a:extLst>
          </p:cNvPr>
          <p:cNvSpPr txBox="1"/>
          <p:nvPr/>
        </p:nvSpPr>
        <p:spPr>
          <a:xfrm>
            <a:off x="6631546" y="1049724"/>
            <a:ext cx="475266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Mini: A New Social Robot for the Elderly</a:t>
            </a:r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Robot Leg Design: A Constructive Framework</a:t>
            </a:r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/>
              <a:t>Biomimetic soft-legged robotic locomotion, interactions and transitions in terrestrial, aquatic and multiple environments</a:t>
            </a:r>
          </a:p>
          <a:p>
            <a:endParaRPr lang="en-US" sz="240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err="1"/>
              <a:t>BirdBot</a:t>
            </a:r>
            <a:r>
              <a:rPr lang="en-US" sz="2400"/>
              <a:t> achieves energy-efficient gait with minimal control using avian-inspired leg clutching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400"/>
          </a:p>
        </p:txBody>
      </p:sp>
    </p:spTree>
    <p:extLst>
      <p:ext uri="{BB962C8B-B14F-4D97-AF65-F5344CB8AC3E}">
        <p14:creationId xmlns:p14="http://schemas.microsoft.com/office/powerpoint/2010/main" val="1119760422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34">
            <a:extLst>
              <a:ext uri="{FF2B5EF4-FFF2-40B4-BE49-F238E27FC236}">
                <a16:creationId xmlns:a16="http://schemas.microsoft.com/office/drawing/2014/main" id="{3677BAFB-3BD3-41BB-9107-FAE224AE21C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E6823A9B-C188-42D4-847C-3AD928DB14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42784" y="253140"/>
            <a:ext cx="6184555" cy="6184555"/>
          </a:xfrm>
          <a:prstGeom prst="ellipse">
            <a:avLst/>
          </a:prstGeom>
          <a:solidFill>
            <a:srgbClr val="FFFFFF"/>
          </a:solidFill>
          <a:ln w="285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34B557F3-1A0C-4749-A6DB-EAC082DF39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24848" y="253140"/>
            <a:ext cx="6184555" cy="6184555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accent3"/>
              </a:solidFill>
            </a:endParaRPr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55D55AA6-3751-494F-868A-DCEDC5CE82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3723" y="136525"/>
            <a:ext cx="6184555" cy="6184555"/>
          </a:xfrm>
          <a:prstGeom prst="ellipse">
            <a:avLst/>
          </a:prstGeom>
          <a:solidFill>
            <a:schemeClr val="tx1"/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493755" y="2564782"/>
            <a:ext cx="5204489" cy="845944"/>
          </a:xfrm>
        </p:spPr>
        <p:txBody>
          <a:bodyPr vert="horz" lIns="91440" tIns="45720" rIns="91440" bIns="45720" rtlCol="0" anchor="b">
            <a:normAutofit/>
          </a:bodyPr>
          <a:lstStyle/>
          <a:p>
            <a:pPr defTabSz="914400">
              <a:lnSpc>
                <a:spcPct val="90000"/>
              </a:lnSpc>
            </a:pPr>
            <a:r>
              <a:rPr lang="en-US" sz="5400" kern="1200">
                <a:solidFill>
                  <a:schemeClr val="bg1"/>
                </a:solidFill>
                <a:latin typeface="+mj-lt"/>
                <a:ea typeface="+mj-ea"/>
                <a:cs typeface="+mj-cs"/>
              </a:rPr>
              <a:t>Q &amp; 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1678" y="3547251"/>
            <a:ext cx="4508641" cy="1116414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algn="ctr" defTabSz="914400">
              <a:lnSpc>
                <a:spcPct val="90000"/>
              </a:lnSpc>
              <a:spcBef>
                <a:spcPts val="1000"/>
              </a:spcBef>
              <a:buNone/>
            </a:pPr>
            <a:r>
              <a:rPr lang="en-US" sz="2000" kern="1200">
                <a:solidFill>
                  <a:schemeClr val="bg1"/>
                </a:solidFill>
                <a:latin typeface="+mn-lt"/>
                <a:ea typeface="+mn-ea"/>
                <a:cs typeface="+mn-cs"/>
              </a:rPr>
              <a:t>Thank You</a:t>
            </a:r>
          </a:p>
        </p:txBody>
      </p:sp>
      <p:sp>
        <p:nvSpPr>
          <p:cNvPr id="43" name="Graphic 212">
            <a:extLst>
              <a:ext uri="{FF2B5EF4-FFF2-40B4-BE49-F238E27FC236}">
                <a16:creationId xmlns:a16="http://schemas.microsoft.com/office/drawing/2014/main" id="{4D4C00DC-4DC6-4CD2-9E31-F17E6CEBC5A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45" name="Graphic 212">
            <a:extLst>
              <a:ext uri="{FF2B5EF4-FFF2-40B4-BE49-F238E27FC236}">
                <a16:creationId xmlns:a16="http://schemas.microsoft.com/office/drawing/2014/main" id="{D82AB1B2-7970-42CF-8BF5-567C69E9FF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256275" y="975977"/>
            <a:ext cx="413564" cy="413564"/>
          </a:xfrm>
          <a:custGeom>
            <a:avLst/>
            <a:gdLst>
              <a:gd name="connsiteX0" fmla="*/ 403574 w 807148"/>
              <a:gd name="connsiteY0" fmla="*/ 0 h 807148"/>
              <a:gd name="connsiteX1" fmla="*/ 0 w 807148"/>
              <a:gd name="connsiteY1" fmla="*/ 403574 h 807148"/>
              <a:gd name="connsiteX2" fmla="*/ 403574 w 807148"/>
              <a:gd name="connsiteY2" fmla="*/ 807149 h 807148"/>
              <a:gd name="connsiteX3" fmla="*/ 807149 w 807148"/>
              <a:gd name="connsiteY3" fmla="*/ 403574 h 807148"/>
              <a:gd name="connsiteX4" fmla="*/ 403574 w 807148"/>
              <a:gd name="connsiteY4" fmla="*/ 0 h 807148"/>
              <a:gd name="connsiteX5" fmla="*/ 403574 w 807148"/>
              <a:gd name="connsiteY5" fmla="*/ 667988 h 807148"/>
              <a:gd name="connsiteX6" fmla="*/ 139160 w 807148"/>
              <a:gd name="connsiteY6" fmla="*/ 403574 h 807148"/>
              <a:gd name="connsiteX7" fmla="*/ 403574 w 807148"/>
              <a:gd name="connsiteY7" fmla="*/ 139160 h 807148"/>
              <a:gd name="connsiteX8" fmla="*/ 667988 w 807148"/>
              <a:gd name="connsiteY8" fmla="*/ 403574 h 807148"/>
              <a:gd name="connsiteX9" fmla="*/ 403574 w 807148"/>
              <a:gd name="connsiteY9" fmla="*/ 667988 h 8071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807148" h="807148">
                <a:moveTo>
                  <a:pt x="403574" y="0"/>
                </a:moveTo>
                <a:cubicBezTo>
                  <a:pt x="180689" y="0"/>
                  <a:pt x="0" y="180689"/>
                  <a:pt x="0" y="403574"/>
                </a:cubicBezTo>
                <a:cubicBezTo>
                  <a:pt x="0" y="626459"/>
                  <a:pt x="180689" y="807149"/>
                  <a:pt x="403574" y="807149"/>
                </a:cubicBezTo>
                <a:cubicBezTo>
                  <a:pt x="626459" y="807149"/>
                  <a:pt x="807149" y="626459"/>
                  <a:pt x="807149" y="403574"/>
                </a:cubicBezTo>
                <a:cubicBezTo>
                  <a:pt x="807149" y="180689"/>
                  <a:pt x="626459" y="0"/>
                  <a:pt x="403574" y="0"/>
                </a:cubicBezTo>
                <a:close/>
                <a:moveTo>
                  <a:pt x="403574" y="667988"/>
                </a:moveTo>
                <a:cubicBezTo>
                  <a:pt x="257556" y="667988"/>
                  <a:pt x="139160" y="549593"/>
                  <a:pt x="139160" y="403574"/>
                </a:cubicBezTo>
                <a:cubicBezTo>
                  <a:pt x="139160" y="257556"/>
                  <a:pt x="257556" y="139160"/>
                  <a:pt x="403574" y="139160"/>
                </a:cubicBezTo>
                <a:cubicBezTo>
                  <a:pt x="549593" y="139160"/>
                  <a:pt x="667988" y="257556"/>
                  <a:pt x="667988" y="403574"/>
                </a:cubicBezTo>
                <a:cubicBezTo>
                  <a:pt x="667988" y="549593"/>
                  <a:pt x="549593" y="667988"/>
                  <a:pt x="403574" y="667988"/>
                </a:cubicBezTo>
                <a:close/>
              </a:path>
            </a:pathLst>
          </a:cu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grpSp>
        <p:nvGrpSpPr>
          <p:cNvPr id="47" name="Graphic 190">
            <a:extLst>
              <a:ext uri="{FF2B5EF4-FFF2-40B4-BE49-F238E27FC236}">
                <a16:creationId xmlns:a16="http://schemas.microsoft.com/office/drawing/2014/main" id="{66FB5A75-BDE2-4F12-A95B-C48788A76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080947" y="1755501"/>
            <a:ext cx="1598829" cy="531293"/>
            <a:chOff x="2504802" y="1755501"/>
            <a:chExt cx="1598829" cy="531293"/>
          </a:xfrm>
          <a:solidFill>
            <a:schemeClr val="bg1"/>
          </a:solidFill>
        </p:grpSpPr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DC86CBC8-A814-4C0C-A287-7C549693D2E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2113855"/>
              <a:ext cx="1598614" cy="172939"/>
            </a:xfrm>
            <a:custGeom>
              <a:avLst/>
              <a:gdLst>
                <a:gd name="connsiteX0" fmla="*/ 1248648 w 1598614"/>
                <a:gd name="connsiteY0" fmla="*/ 172939 h 172939"/>
                <a:gd name="connsiteX1" fmla="*/ 1123031 w 1598614"/>
                <a:gd name="connsiteY1" fmla="*/ 92708 h 172939"/>
                <a:gd name="connsiteX2" fmla="*/ 1024085 w 1598614"/>
                <a:gd name="connsiteY2" fmla="*/ 29469 h 172939"/>
                <a:gd name="connsiteX3" fmla="*/ 925140 w 1598614"/>
                <a:gd name="connsiteY3" fmla="*/ 92708 h 172939"/>
                <a:gd name="connsiteX4" fmla="*/ 799522 w 1598614"/>
                <a:gd name="connsiteY4" fmla="*/ 172939 h 172939"/>
                <a:gd name="connsiteX5" fmla="*/ 799522 w 1598614"/>
                <a:gd name="connsiteY5" fmla="*/ 172939 h 172939"/>
                <a:gd name="connsiteX6" fmla="*/ 673905 w 1598614"/>
                <a:gd name="connsiteY6" fmla="*/ 92708 h 172939"/>
                <a:gd name="connsiteX7" fmla="*/ 574959 w 1598614"/>
                <a:gd name="connsiteY7" fmla="*/ 29469 h 172939"/>
                <a:gd name="connsiteX8" fmla="*/ 476014 w 1598614"/>
                <a:gd name="connsiteY8" fmla="*/ 92708 h 172939"/>
                <a:gd name="connsiteX9" fmla="*/ 350396 w 1598614"/>
                <a:gd name="connsiteY9" fmla="*/ 172939 h 172939"/>
                <a:gd name="connsiteX10" fmla="*/ 224778 w 1598614"/>
                <a:gd name="connsiteY10" fmla="*/ 92708 h 172939"/>
                <a:gd name="connsiteX11" fmla="*/ 125833 w 1598614"/>
                <a:gd name="connsiteY11" fmla="*/ 29469 h 172939"/>
                <a:gd name="connsiteX12" fmla="*/ 26887 w 1598614"/>
                <a:gd name="connsiteY12" fmla="*/ 92708 h 172939"/>
                <a:gd name="connsiteX13" fmla="*/ 0 w 1598614"/>
                <a:gd name="connsiteY13" fmla="*/ 80232 h 172939"/>
                <a:gd name="connsiteX14" fmla="*/ 125618 w 1598614"/>
                <a:gd name="connsiteY14" fmla="*/ 0 h 172939"/>
                <a:gd name="connsiteX15" fmla="*/ 251235 w 1598614"/>
                <a:gd name="connsiteY15" fmla="*/ 80232 h 172939"/>
                <a:gd name="connsiteX16" fmla="*/ 350181 w 1598614"/>
                <a:gd name="connsiteY16" fmla="*/ 143471 h 172939"/>
                <a:gd name="connsiteX17" fmla="*/ 449126 w 1598614"/>
                <a:gd name="connsiteY17" fmla="*/ 80232 h 172939"/>
                <a:gd name="connsiteX18" fmla="*/ 574744 w 1598614"/>
                <a:gd name="connsiteY18" fmla="*/ 0 h 172939"/>
                <a:gd name="connsiteX19" fmla="*/ 700362 w 1598614"/>
                <a:gd name="connsiteY19" fmla="*/ 80232 h 172939"/>
                <a:gd name="connsiteX20" fmla="*/ 799307 w 1598614"/>
                <a:gd name="connsiteY20" fmla="*/ 143471 h 172939"/>
                <a:gd name="connsiteX21" fmla="*/ 799307 w 1598614"/>
                <a:gd name="connsiteY21" fmla="*/ 143471 h 172939"/>
                <a:gd name="connsiteX22" fmla="*/ 898253 w 1598614"/>
                <a:gd name="connsiteY22" fmla="*/ 80232 h 172939"/>
                <a:gd name="connsiteX23" fmla="*/ 1023870 w 1598614"/>
                <a:gd name="connsiteY23" fmla="*/ 0 h 172939"/>
                <a:gd name="connsiteX24" fmla="*/ 1149488 w 1598614"/>
                <a:gd name="connsiteY24" fmla="*/ 80232 h 172939"/>
                <a:gd name="connsiteX25" fmla="*/ 1248433 w 1598614"/>
                <a:gd name="connsiteY25" fmla="*/ 143471 h 172939"/>
                <a:gd name="connsiteX26" fmla="*/ 1347379 w 1598614"/>
                <a:gd name="connsiteY26" fmla="*/ 80232 h 172939"/>
                <a:gd name="connsiteX27" fmla="*/ 1472997 w 1598614"/>
                <a:gd name="connsiteY27" fmla="*/ 0 h 172939"/>
                <a:gd name="connsiteX28" fmla="*/ 1598614 w 1598614"/>
                <a:gd name="connsiteY28" fmla="*/ 80232 h 172939"/>
                <a:gd name="connsiteX29" fmla="*/ 1571942 w 1598614"/>
                <a:gd name="connsiteY29" fmla="*/ 92708 h 172939"/>
                <a:gd name="connsiteX30" fmla="*/ 1472997 w 1598614"/>
                <a:gd name="connsiteY30" fmla="*/ 29469 h 172939"/>
                <a:gd name="connsiteX31" fmla="*/ 1374051 w 1598614"/>
                <a:gd name="connsiteY31" fmla="*/ 92708 h 172939"/>
                <a:gd name="connsiteX32" fmla="*/ 1248648 w 1598614"/>
                <a:gd name="connsiteY32" fmla="*/ 172939 h 1729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614" h="172939">
                  <a:moveTo>
                    <a:pt x="1248648" y="172939"/>
                  </a:moveTo>
                  <a:cubicBezTo>
                    <a:pt x="1194229" y="172939"/>
                    <a:pt x="1146046" y="142180"/>
                    <a:pt x="1123031" y="92708"/>
                  </a:cubicBezTo>
                  <a:cubicBezTo>
                    <a:pt x="1104962" y="53775"/>
                    <a:pt x="1067105" y="29469"/>
                    <a:pt x="1024085" y="29469"/>
                  </a:cubicBezTo>
                  <a:cubicBezTo>
                    <a:pt x="981066" y="29469"/>
                    <a:pt x="943208" y="53775"/>
                    <a:pt x="925140" y="92708"/>
                  </a:cubicBezTo>
                  <a:cubicBezTo>
                    <a:pt x="902124" y="142180"/>
                    <a:pt x="853942" y="172939"/>
                    <a:pt x="799522" y="172939"/>
                  </a:cubicBezTo>
                  <a:cubicBezTo>
                    <a:pt x="799522" y="172939"/>
                    <a:pt x="799522" y="172939"/>
                    <a:pt x="799522" y="172939"/>
                  </a:cubicBezTo>
                  <a:cubicBezTo>
                    <a:pt x="744887" y="172939"/>
                    <a:pt x="696920" y="142180"/>
                    <a:pt x="673905" y="92708"/>
                  </a:cubicBezTo>
                  <a:cubicBezTo>
                    <a:pt x="655836" y="53775"/>
                    <a:pt x="617979" y="29469"/>
                    <a:pt x="574959" y="29469"/>
                  </a:cubicBezTo>
                  <a:cubicBezTo>
                    <a:pt x="531939" y="29469"/>
                    <a:pt x="494082" y="53775"/>
                    <a:pt x="476014" y="92708"/>
                  </a:cubicBezTo>
                  <a:cubicBezTo>
                    <a:pt x="452998" y="142180"/>
                    <a:pt x="405031" y="172939"/>
                    <a:pt x="350396" y="172939"/>
                  </a:cubicBezTo>
                  <a:cubicBezTo>
                    <a:pt x="295976" y="172939"/>
                    <a:pt x="247794" y="142180"/>
                    <a:pt x="224778" y="92708"/>
                  </a:cubicBezTo>
                  <a:cubicBezTo>
                    <a:pt x="206710" y="53775"/>
                    <a:pt x="168853" y="29469"/>
                    <a:pt x="125833" y="29469"/>
                  </a:cubicBezTo>
                  <a:cubicBezTo>
                    <a:pt x="82813" y="29469"/>
                    <a:pt x="44956" y="53775"/>
                    <a:pt x="26887" y="92708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268" y="30759"/>
                    <a:pt x="969235" y="0"/>
                    <a:pt x="1023870" y="0"/>
                  </a:cubicBezTo>
                  <a:cubicBezTo>
                    <a:pt x="1078505" y="0"/>
                    <a:pt x="1126472" y="30759"/>
                    <a:pt x="1149488" y="80232"/>
                  </a:cubicBezTo>
                  <a:cubicBezTo>
                    <a:pt x="1167556" y="119165"/>
                    <a:pt x="1205414" y="143471"/>
                    <a:pt x="1248433" y="143471"/>
                  </a:cubicBezTo>
                  <a:cubicBezTo>
                    <a:pt x="1291453" y="143471"/>
                    <a:pt x="1329311" y="119165"/>
                    <a:pt x="1347379" y="80232"/>
                  </a:cubicBezTo>
                  <a:cubicBezTo>
                    <a:pt x="1370394" y="30759"/>
                    <a:pt x="1418361" y="0"/>
                    <a:pt x="1472997" y="0"/>
                  </a:cubicBezTo>
                  <a:cubicBezTo>
                    <a:pt x="1527632" y="0"/>
                    <a:pt x="1575814" y="30759"/>
                    <a:pt x="1598614" y="80232"/>
                  </a:cubicBezTo>
                  <a:lnTo>
                    <a:pt x="1571942" y="92708"/>
                  </a:lnTo>
                  <a:cubicBezTo>
                    <a:pt x="1553874" y="53775"/>
                    <a:pt x="1515801" y="29469"/>
                    <a:pt x="1472997" y="29469"/>
                  </a:cubicBezTo>
                  <a:cubicBezTo>
                    <a:pt x="1429977" y="29469"/>
                    <a:pt x="1392119" y="53775"/>
                    <a:pt x="1374051" y="92708"/>
                  </a:cubicBezTo>
                  <a:cubicBezTo>
                    <a:pt x="1351251" y="142180"/>
                    <a:pt x="1303069" y="172939"/>
                    <a:pt x="1248648" y="172939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6AA52F4F-14E6-402F-A196-668B9CA9BC6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504802" y="1755501"/>
              <a:ext cx="1598829" cy="172724"/>
            </a:xfrm>
            <a:custGeom>
              <a:avLst/>
              <a:gdLst>
                <a:gd name="connsiteX0" fmla="*/ 1248648 w 1598829"/>
                <a:gd name="connsiteY0" fmla="*/ 172724 h 172724"/>
                <a:gd name="connsiteX1" fmla="*/ 1123031 w 1598829"/>
                <a:gd name="connsiteY1" fmla="*/ 92492 h 172724"/>
                <a:gd name="connsiteX2" fmla="*/ 1024085 w 1598829"/>
                <a:gd name="connsiteY2" fmla="*/ 29253 h 172724"/>
                <a:gd name="connsiteX3" fmla="*/ 925140 w 1598829"/>
                <a:gd name="connsiteY3" fmla="*/ 92492 h 172724"/>
                <a:gd name="connsiteX4" fmla="*/ 799522 w 1598829"/>
                <a:gd name="connsiteY4" fmla="*/ 172724 h 172724"/>
                <a:gd name="connsiteX5" fmla="*/ 799522 w 1598829"/>
                <a:gd name="connsiteY5" fmla="*/ 172724 h 172724"/>
                <a:gd name="connsiteX6" fmla="*/ 673905 w 1598829"/>
                <a:gd name="connsiteY6" fmla="*/ 92492 h 172724"/>
                <a:gd name="connsiteX7" fmla="*/ 574959 w 1598829"/>
                <a:gd name="connsiteY7" fmla="*/ 29253 h 172724"/>
                <a:gd name="connsiteX8" fmla="*/ 476014 w 1598829"/>
                <a:gd name="connsiteY8" fmla="*/ 92492 h 172724"/>
                <a:gd name="connsiteX9" fmla="*/ 350396 w 1598829"/>
                <a:gd name="connsiteY9" fmla="*/ 172724 h 172724"/>
                <a:gd name="connsiteX10" fmla="*/ 224778 w 1598829"/>
                <a:gd name="connsiteY10" fmla="*/ 92492 h 172724"/>
                <a:gd name="connsiteX11" fmla="*/ 125833 w 1598829"/>
                <a:gd name="connsiteY11" fmla="*/ 29253 h 172724"/>
                <a:gd name="connsiteX12" fmla="*/ 26887 w 1598829"/>
                <a:gd name="connsiteY12" fmla="*/ 92492 h 172724"/>
                <a:gd name="connsiteX13" fmla="*/ 0 w 1598829"/>
                <a:gd name="connsiteY13" fmla="*/ 80232 h 172724"/>
                <a:gd name="connsiteX14" fmla="*/ 125618 w 1598829"/>
                <a:gd name="connsiteY14" fmla="*/ 0 h 172724"/>
                <a:gd name="connsiteX15" fmla="*/ 251235 w 1598829"/>
                <a:gd name="connsiteY15" fmla="*/ 80232 h 172724"/>
                <a:gd name="connsiteX16" fmla="*/ 350181 w 1598829"/>
                <a:gd name="connsiteY16" fmla="*/ 143471 h 172724"/>
                <a:gd name="connsiteX17" fmla="*/ 449126 w 1598829"/>
                <a:gd name="connsiteY17" fmla="*/ 80232 h 172724"/>
                <a:gd name="connsiteX18" fmla="*/ 574744 w 1598829"/>
                <a:gd name="connsiteY18" fmla="*/ 0 h 172724"/>
                <a:gd name="connsiteX19" fmla="*/ 700362 w 1598829"/>
                <a:gd name="connsiteY19" fmla="*/ 80232 h 172724"/>
                <a:gd name="connsiteX20" fmla="*/ 799307 w 1598829"/>
                <a:gd name="connsiteY20" fmla="*/ 143471 h 172724"/>
                <a:gd name="connsiteX21" fmla="*/ 799307 w 1598829"/>
                <a:gd name="connsiteY21" fmla="*/ 143471 h 172724"/>
                <a:gd name="connsiteX22" fmla="*/ 898253 w 1598829"/>
                <a:gd name="connsiteY22" fmla="*/ 80232 h 172724"/>
                <a:gd name="connsiteX23" fmla="*/ 1024085 w 1598829"/>
                <a:gd name="connsiteY23" fmla="*/ 0 h 172724"/>
                <a:gd name="connsiteX24" fmla="*/ 1149703 w 1598829"/>
                <a:gd name="connsiteY24" fmla="*/ 80232 h 172724"/>
                <a:gd name="connsiteX25" fmla="*/ 1248648 w 1598829"/>
                <a:gd name="connsiteY25" fmla="*/ 143471 h 172724"/>
                <a:gd name="connsiteX26" fmla="*/ 1347594 w 1598829"/>
                <a:gd name="connsiteY26" fmla="*/ 80232 h 172724"/>
                <a:gd name="connsiteX27" fmla="*/ 1473212 w 1598829"/>
                <a:gd name="connsiteY27" fmla="*/ 0 h 172724"/>
                <a:gd name="connsiteX28" fmla="*/ 1598829 w 1598829"/>
                <a:gd name="connsiteY28" fmla="*/ 80232 h 172724"/>
                <a:gd name="connsiteX29" fmla="*/ 1572157 w 1598829"/>
                <a:gd name="connsiteY29" fmla="*/ 92492 h 172724"/>
                <a:gd name="connsiteX30" fmla="*/ 1473212 w 1598829"/>
                <a:gd name="connsiteY30" fmla="*/ 29253 h 172724"/>
                <a:gd name="connsiteX31" fmla="*/ 1374266 w 1598829"/>
                <a:gd name="connsiteY31" fmla="*/ 92492 h 172724"/>
                <a:gd name="connsiteX32" fmla="*/ 1248648 w 1598829"/>
                <a:gd name="connsiteY32" fmla="*/ 172724 h 1727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1598829" h="172724">
                  <a:moveTo>
                    <a:pt x="1248648" y="172724"/>
                  </a:moveTo>
                  <a:cubicBezTo>
                    <a:pt x="1194229" y="172724"/>
                    <a:pt x="1146046" y="141965"/>
                    <a:pt x="1123031" y="92492"/>
                  </a:cubicBezTo>
                  <a:cubicBezTo>
                    <a:pt x="1104962" y="53560"/>
                    <a:pt x="1067105" y="29253"/>
                    <a:pt x="1024085" y="29253"/>
                  </a:cubicBezTo>
                  <a:cubicBezTo>
                    <a:pt x="981066" y="29253"/>
                    <a:pt x="943208" y="53560"/>
                    <a:pt x="925140" y="92492"/>
                  </a:cubicBezTo>
                  <a:cubicBezTo>
                    <a:pt x="902124" y="141965"/>
                    <a:pt x="853942" y="172724"/>
                    <a:pt x="799522" y="172724"/>
                  </a:cubicBezTo>
                  <a:cubicBezTo>
                    <a:pt x="799522" y="172724"/>
                    <a:pt x="799522" y="172724"/>
                    <a:pt x="799522" y="172724"/>
                  </a:cubicBezTo>
                  <a:cubicBezTo>
                    <a:pt x="744887" y="172724"/>
                    <a:pt x="696920" y="141965"/>
                    <a:pt x="673905" y="92492"/>
                  </a:cubicBezTo>
                  <a:cubicBezTo>
                    <a:pt x="655836" y="53560"/>
                    <a:pt x="617979" y="29253"/>
                    <a:pt x="574959" y="29253"/>
                  </a:cubicBezTo>
                  <a:cubicBezTo>
                    <a:pt x="531939" y="29253"/>
                    <a:pt x="494082" y="53560"/>
                    <a:pt x="476014" y="92492"/>
                  </a:cubicBezTo>
                  <a:cubicBezTo>
                    <a:pt x="452998" y="141965"/>
                    <a:pt x="405031" y="172724"/>
                    <a:pt x="350396" y="172724"/>
                  </a:cubicBezTo>
                  <a:cubicBezTo>
                    <a:pt x="295976" y="172724"/>
                    <a:pt x="247794" y="141965"/>
                    <a:pt x="224778" y="92492"/>
                  </a:cubicBezTo>
                  <a:cubicBezTo>
                    <a:pt x="206710" y="53560"/>
                    <a:pt x="168853" y="29253"/>
                    <a:pt x="125833" y="29253"/>
                  </a:cubicBezTo>
                  <a:cubicBezTo>
                    <a:pt x="82813" y="29253"/>
                    <a:pt x="44956" y="53560"/>
                    <a:pt x="26887" y="92492"/>
                  </a:cubicBezTo>
                  <a:lnTo>
                    <a:pt x="0" y="80232"/>
                  </a:lnTo>
                  <a:cubicBezTo>
                    <a:pt x="23016" y="30759"/>
                    <a:pt x="70983" y="0"/>
                    <a:pt x="125618" y="0"/>
                  </a:cubicBezTo>
                  <a:cubicBezTo>
                    <a:pt x="180253" y="0"/>
                    <a:pt x="228220" y="30759"/>
                    <a:pt x="251235" y="80232"/>
                  </a:cubicBezTo>
                  <a:cubicBezTo>
                    <a:pt x="269304" y="119165"/>
                    <a:pt x="307376" y="143471"/>
                    <a:pt x="350181" y="143471"/>
                  </a:cubicBezTo>
                  <a:cubicBezTo>
                    <a:pt x="393201" y="143471"/>
                    <a:pt x="431058" y="119165"/>
                    <a:pt x="449126" y="80232"/>
                  </a:cubicBezTo>
                  <a:cubicBezTo>
                    <a:pt x="472142" y="30759"/>
                    <a:pt x="520324" y="0"/>
                    <a:pt x="574744" y="0"/>
                  </a:cubicBezTo>
                  <a:cubicBezTo>
                    <a:pt x="629164" y="0"/>
                    <a:pt x="677346" y="30759"/>
                    <a:pt x="700362" y="80232"/>
                  </a:cubicBezTo>
                  <a:cubicBezTo>
                    <a:pt x="718430" y="119165"/>
                    <a:pt x="756287" y="143471"/>
                    <a:pt x="799307" y="143471"/>
                  </a:cubicBezTo>
                  <a:lnTo>
                    <a:pt x="799307" y="143471"/>
                  </a:lnTo>
                  <a:cubicBezTo>
                    <a:pt x="842327" y="143471"/>
                    <a:pt x="880184" y="119165"/>
                    <a:pt x="898253" y="80232"/>
                  </a:cubicBezTo>
                  <a:cubicBezTo>
                    <a:pt x="921483" y="30759"/>
                    <a:pt x="969450" y="0"/>
                    <a:pt x="1024085" y="0"/>
                  </a:cubicBezTo>
                  <a:cubicBezTo>
                    <a:pt x="1078720" y="0"/>
                    <a:pt x="1126688" y="30759"/>
                    <a:pt x="1149703" y="80232"/>
                  </a:cubicBezTo>
                  <a:cubicBezTo>
                    <a:pt x="1167771" y="119165"/>
                    <a:pt x="1205629" y="143471"/>
                    <a:pt x="1248648" y="143471"/>
                  </a:cubicBezTo>
                  <a:cubicBezTo>
                    <a:pt x="1291668" y="143471"/>
                    <a:pt x="1329526" y="119165"/>
                    <a:pt x="1347594" y="80232"/>
                  </a:cubicBezTo>
                  <a:cubicBezTo>
                    <a:pt x="1370610" y="30759"/>
                    <a:pt x="1418792" y="0"/>
                    <a:pt x="1473212" y="0"/>
                  </a:cubicBezTo>
                  <a:cubicBezTo>
                    <a:pt x="1527847" y="0"/>
                    <a:pt x="1576029" y="30759"/>
                    <a:pt x="1598829" y="80232"/>
                  </a:cubicBezTo>
                  <a:lnTo>
                    <a:pt x="1572157" y="92492"/>
                  </a:lnTo>
                  <a:cubicBezTo>
                    <a:pt x="1554089" y="53560"/>
                    <a:pt x="1516016" y="29253"/>
                    <a:pt x="1473212" y="29253"/>
                  </a:cubicBezTo>
                  <a:cubicBezTo>
                    <a:pt x="1430192" y="29253"/>
                    <a:pt x="1392335" y="53560"/>
                    <a:pt x="1374266" y="92492"/>
                  </a:cubicBezTo>
                  <a:cubicBezTo>
                    <a:pt x="1351251" y="141965"/>
                    <a:pt x="1303069" y="172724"/>
                    <a:pt x="1248648" y="172724"/>
                  </a:cubicBezTo>
                  <a:close/>
                </a:path>
              </a:pathLst>
            </a:custGeom>
            <a:grpFill/>
            <a:ln w="21496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1" name="Oval 50">
            <a:extLst>
              <a:ext uri="{FF2B5EF4-FFF2-40B4-BE49-F238E27FC236}">
                <a16:creationId xmlns:a16="http://schemas.microsoft.com/office/drawing/2014/main" id="{C10FB9CA-E7FA-462C-B537-F1224ED1AC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rgbClr val="FFFFFF"/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D8469AE7-A75B-4F37-850B-EF5974ABED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719820" y="4236107"/>
            <a:ext cx="510988" cy="510988"/>
          </a:xfrm>
          <a:prstGeom prst="ellipse">
            <a:avLst/>
          </a:prstGeom>
          <a:solidFill>
            <a:schemeClr val="accent2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55" name="Graphic 4">
            <a:extLst>
              <a:ext uri="{FF2B5EF4-FFF2-40B4-BE49-F238E27FC236}">
                <a16:creationId xmlns:a16="http://schemas.microsoft.com/office/drawing/2014/main" id="{63301095-70B2-49AA-8DA9-A35629AD62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97506" y="4175798"/>
            <a:ext cx="1861486" cy="1861665"/>
            <a:chOff x="5734053" y="3067000"/>
            <a:chExt cx="724484" cy="724549"/>
          </a:xfrm>
          <a:solidFill>
            <a:schemeClr val="bg1"/>
          </a:solidFill>
        </p:grpSpPr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D218E08C-0BEA-45C2-8C09-4141DDDA001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067000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232F6090-14E0-44C6-B9FC-C91047BCDC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FDB9402B-335C-4892-9E7C-C400E95BE0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7A4371D-4448-409A-93F3-0C92E3EB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780149CB-4B8F-4FD1-AC5E-25670C9EA0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92D49A1A-35B0-4620-9D1E-A782A0E978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F46F08-B1E4-44C1-BD4A-4191D6EAD9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8DB16610-3D81-4E5C-850D-5D1245C0DC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26244"/>
              <a:ext cx="14192" cy="14097"/>
            </a:xfrm>
            <a:custGeom>
              <a:avLst/>
              <a:gdLst>
                <a:gd name="connsiteX0" fmla="*/ 14192 w 14192"/>
                <a:gd name="connsiteY0" fmla="*/ 7049 h 14097"/>
                <a:gd name="connsiteX1" fmla="*/ 7144 w 14192"/>
                <a:gd name="connsiteY1" fmla="*/ 14097 h 14097"/>
                <a:gd name="connsiteX2" fmla="*/ 0 w 14192"/>
                <a:gd name="connsiteY2" fmla="*/ 7049 h 14097"/>
                <a:gd name="connsiteX3" fmla="*/ 7049 w 14192"/>
                <a:gd name="connsiteY3" fmla="*/ 0 h 14097"/>
                <a:gd name="connsiteX4" fmla="*/ 14192 w 14192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E05501B2-83AC-4299-BE5A-8CA16B408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26242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07CF1B90-3B3A-403E-A94F-8B82945D07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56A1CBA9-4AC1-4C42-9429-3FF31DF282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1318D9B-FD39-402A-ADFA-0E6CC789A7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33FB08F-B346-47C0-A7CD-1DE53E6C0D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126244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8 w 14097"/>
                <a:gd name="connsiteY1" fmla="*/ 14097 h 14097"/>
                <a:gd name="connsiteX2" fmla="*/ 0 w 14097"/>
                <a:gd name="connsiteY2" fmla="*/ 7049 h 14097"/>
                <a:gd name="connsiteX3" fmla="*/ 7048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893AD6F2-6408-4A8E-9749-CB7388EF3D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26242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715D9D2F-1568-4BE3-A54A-69F52492B0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185393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AB547A7-0D80-491F-98B4-C6B7CC4FC4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7E2693CD-DAF5-4B26-9A2F-17673BF318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A96EEE12-952A-4693-B161-D7071D6010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F4228DCC-1611-4BDC-90AA-231F67EB11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DA163C3C-D3DF-461F-B6A8-90C7C227D12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185393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4D021D29-2980-41C3-AB83-DA93C105BCE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18539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AC09C1FA-1A9D-49A7-9D73-8B777140A30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244637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0B8D8CD4-7B9B-48A5-BC59-0CB859354F7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24463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224D0A27-A8B0-4020-9399-24127726E6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168E8EBA-9F8C-4650-B9BE-38A0A56BCF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6A460BB3-2605-4AA2-AE1D-B9FB61EBF2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1E2E38EE-DBBE-4CC1-9498-E7193E1B28B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2446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BF191D5C-7D2A-4408-A8F2-389D2360F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24463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08F7193B-B379-4921-9F17-1841D506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03786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B4C5E53C-6003-4F74-B1CA-C7EA1E4993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CB97B2B1-1CF5-46A5-940D-AB8F57F5909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0783F4F1-D8CE-4453-B79B-AD976E272C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06A7A4C9-F24F-4F00-A2FA-29E788A091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EB694A32-59D6-46E3-8CE4-E4C485C2CB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983EBB4C-28FF-41C6-90D6-5F30FC0868E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0707659D-8AE9-49B5-AB29-ECC099F495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363031"/>
              <a:ext cx="14192" cy="14097"/>
            </a:xfrm>
            <a:custGeom>
              <a:avLst/>
              <a:gdLst>
                <a:gd name="connsiteX0" fmla="*/ 14192 w 14192"/>
                <a:gd name="connsiteY0" fmla="*/ 7048 h 14097"/>
                <a:gd name="connsiteX1" fmla="*/ 7144 w 14192"/>
                <a:gd name="connsiteY1" fmla="*/ 14097 h 14097"/>
                <a:gd name="connsiteX2" fmla="*/ 0 w 14192"/>
                <a:gd name="connsiteY2" fmla="*/ 7048 h 14097"/>
                <a:gd name="connsiteX3" fmla="*/ 7049 w 14192"/>
                <a:gd name="connsiteY3" fmla="*/ 0 h 14097"/>
                <a:gd name="connsiteX4" fmla="*/ 14192 w 14192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7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5C987ECC-9573-46EA-9C4A-7C3CAE3938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363029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4DAF6708-18C2-4082-B024-6CEA32AE01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72CBB5AE-39E2-4D9B-A834-64D31B00327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4592DE98-77BF-4E8E-AEB4-1934207BAE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5AF5D9A0-BA94-4D2B-8479-26C55355B6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363031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8 w 14097"/>
                <a:gd name="connsiteY1" fmla="*/ 14097 h 14097"/>
                <a:gd name="connsiteX2" fmla="*/ 0 w 14097"/>
                <a:gd name="connsiteY2" fmla="*/ 7048 h 14097"/>
                <a:gd name="connsiteX3" fmla="*/ 7048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2CAA6A8E-7ACF-4EF7-AAD6-734A009DCF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363029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D3DD3695-F212-4BAD-BBB3-EC1F624740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22181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AB1B3ECB-7594-4C5C-B62B-E686C0A89E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5EE54C3C-D9E5-4782-B8F6-058EB2D63E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EAE78EEE-DC43-44E1-AB47-ACB80F94B12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847D67EF-1141-4582-866E-FE02FB2360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99ECC931-60A1-4628-A34B-4B68DA3CC26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4221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A587D2BE-3417-44AE-BEEF-57F88CECB4D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FCEB2ED3-A08D-4286-B75D-893289F3F3D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06700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6953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7C7DB7BB-8173-4377-85B0-032B7BDAB6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93EF69B4-3F48-4509-8BF8-926E23BC1D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9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C1A86650-1EF5-46E3-885D-96985105A8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47EBBDE2-BD90-481F-A671-34E2186FB0E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6953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048" y="0"/>
                    <a:pt x="6953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87DAF1CB-838D-4C5C-8FB7-76BF677FEB0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067000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64573DA8-D2F3-4644-AC79-83843615C4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26241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41AB53B8-0D5C-44BD-A2A9-ABBF659E1F9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29B7FA60-B453-4877-8D47-CA1209DF91A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7A6D2414-BCCC-40E8-B990-47642EFE96E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26241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B0F37C2B-B7E6-420D-AD39-3AE4A2FBE9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2624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6417E45-D7FC-40B8-AD49-941B28D18C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26242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2A8D1963-0C59-476C-AAFA-A7AF4FF508F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18539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6BE777A9-EC29-46FC-AD21-AC7FD89B135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C63BA1CE-93FB-42C7-8381-765E500232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7F30F275-ADC8-4FD1-8B4B-673B37517B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DB20529C-F2DD-4607-8DEE-19A932968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18539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B8029A9A-DFF9-49CE-8CEE-95A6695F396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185391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6822C2EC-B05D-4CE6-9D59-164769D0E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244634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53A0760F-F576-4A97-94AF-8BBE590844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CA76721C-646A-4910-AD1A-BE6B67767C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065D4766-CAEC-4074-A9E2-6110A12389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4F1A0AC6-319D-49D8-A4FB-17A70E8E89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24463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79502B48-2B92-45BF-B9AC-1102B38078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24463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6363AFA7-321F-431C-B2FD-ADCB4D24BD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03786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33EDDE1B-7379-4973-8CFD-F3C737104D1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1F20B58A-2DB8-46B2-9E93-9C8C817DCD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A5A3EF12-3DA1-4505-A44B-1B963488736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5B08812B-9264-47E7-8EC8-1233869F6B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037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2A29F226-A243-410B-BEE4-EBA9DD76F8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0378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9DF57348-F837-475C-A7AA-3C7210041E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363028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1E41B89A-9A45-4947-ADB0-9400400498B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6C1F1525-32BC-46E1-84E6-C2BB88730B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C73A8972-BA44-40C6-B045-83E78C4D4A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363028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196E956-03D1-4F79-826A-A2F5E3DEF1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363027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DA7B07B-EAC8-4FA5-B14F-3ABF8BA7A2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363029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93C28672-FF9E-4FE0-AC47-2FDD26CD75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87" y="3422179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E347BAB3-EA9C-4ADD-AE5E-28F2E3C53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38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321920C4-EE31-4F03-A0D5-A280D3F4B1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83" y="34221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6EBB3D05-4C78-4F10-8D03-8909DBCFB3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33" y="342217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FC65F531-84E4-463F-8791-EB6EDFA63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79" y="342218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A63BB6A3-D482-43F2-9F5F-20E163CC441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9" y="34221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BDCCD34-EB5D-4194-8A28-1424E98AE4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481330"/>
              <a:ext cx="14192" cy="14096"/>
            </a:xfrm>
            <a:custGeom>
              <a:avLst/>
              <a:gdLst>
                <a:gd name="connsiteX0" fmla="*/ 14192 w 14192"/>
                <a:gd name="connsiteY0" fmla="*/ 7049 h 14096"/>
                <a:gd name="connsiteX1" fmla="*/ 7144 w 14192"/>
                <a:gd name="connsiteY1" fmla="*/ 14097 h 14096"/>
                <a:gd name="connsiteX2" fmla="*/ 0 w 14192"/>
                <a:gd name="connsiteY2" fmla="*/ 7049 h 14096"/>
                <a:gd name="connsiteX3" fmla="*/ 7049 w 14192"/>
                <a:gd name="connsiteY3" fmla="*/ 0 h 14096"/>
                <a:gd name="connsiteX4" fmla="*/ 14192 w 14192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9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1049"/>
                    <a:pt x="0" y="7049"/>
                  </a:cubicBezTo>
                  <a:cubicBezTo>
                    <a:pt x="0" y="3048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058544E-163D-4FFF-9A69-0B3A3F2D66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11041486-0577-4F0E-8DD5-5E20E26729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71D11099-C84E-43AC-9F20-92460E17084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E598FB87-8AFF-4C56-9E2C-776F4641E9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7701E761-16DE-4350-9718-DD81B37FB9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481330"/>
              <a:ext cx="14097" cy="14097"/>
            </a:xfrm>
            <a:custGeom>
              <a:avLst/>
              <a:gdLst>
                <a:gd name="connsiteX0" fmla="*/ 14097 w 14097"/>
                <a:gd name="connsiteY0" fmla="*/ 7049 h 14097"/>
                <a:gd name="connsiteX1" fmla="*/ 7049 w 14097"/>
                <a:gd name="connsiteY1" fmla="*/ 14097 h 14097"/>
                <a:gd name="connsiteX2" fmla="*/ 0 w 14097"/>
                <a:gd name="connsiteY2" fmla="*/ 7049 h 14097"/>
                <a:gd name="connsiteX3" fmla="*/ 7049 w 14097"/>
                <a:gd name="connsiteY3" fmla="*/ 0 h 14097"/>
                <a:gd name="connsiteX4" fmla="*/ 14097 w 14097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552E747F-E415-4348-A11A-4CABCB64B5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C6472F13-E6DE-4469-9563-F478261B6E6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4057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5C72FE15-910B-4622-A14C-AFA2DFCC02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BAB8F759-DEFA-4D35-B76E-6D3034FB77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A1BBCEBD-DCE2-4354-B878-49ABEC3679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2CBB3A18-0021-403F-8E24-8805829B42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8FDF7AAC-1EC6-4409-90AB-DBB984883D0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2" y="3540575"/>
              <a:ext cx="14097" cy="14097"/>
            </a:xfrm>
            <a:custGeom>
              <a:avLst/>
              <a:gdLst>
                <a:gd name="connsiteX0" fmla="*/ 14097 w 14097"/>
                <a:gd name="connsiteY0" fmla="*/ 7048 h 14097"/>
                <a:gd name="connsiteX1" fmla="*/ 7049 w 14097"/>
                <a:gd name="connsiteY1" fmla="*/ 14097 h 14097"/>
                <a:gd name="connsiteX2" fmla="*/ 0 w 14097"/>
                <a:gd name="connsiteY2" fmla="*/ 7048 h 14097"/>
                <a:gd name="connsiteX3" fmla="*/ 7049 w 14097"/>
                <a:gd name="connsiteY3" fmla="*/ 0 h 14097"/>
                <a:gd name="connsiteX4" fmla="*/ 14097 w 14097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5B9999E8-7D25-4049-8328-685B556DC65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4057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E77FC8A9-DEAE-424D-B460-12E0F3268DC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599725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2" name="Freeform: Shape 161">
              <a:extLst>
                <a:ext uri="{FF2B5EF4-FFF2-40B4-BE49-F238E27FC236}">
                  <a16:creationId xmlns:a16="http://schemas.microsoft.com/office/drawing/2014/main" id="{54F9C69A-0DCF-444A-B970-32B4120483D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3" name="Freeform: Shape 162">
              <a:extLst>
                <a:ext uri="{FF2B5EF4-FFF2-40B4-BE49-F238E27FC236}">
                  <a16:creationId xmlns:a16="http://schemas.microsoft.com/office/drawing/2014/main" id="{8BD94DDA-54FF-48EE-9DAC-C0EA6F91D4A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4" name="Freeform: Shape 163">
              <a:extLst>
                <a:ext uri="{FF2B5EF4-FFF2-40B4-BE49-F238E27FC236}">
                  <a16:creationId xmlns:a16="http://schemas.microsoft.com/office/drawing/2014/main" id="{E18A6989-0132-4CB7-BB68-EEBC4E0806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5" name="Freeform: Shape 164">
              <a:extLst>
                <a:ext uri="{FF2B5EF4-FFF2-40B4-BE49-F238E27FC236}">
                  <a16:creationId xmlns:a16="http://schemas.microsoft.com/office/drawing/2014/main" id="{A1357332-D19F-4C2B-B474-21D5539B908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6" name="Freeform: Shape 165">
              <a:extLst>
                <a:ext uri="{FF2B5EF4-FFF2-40B4-BE49-F238E27FC236}">
                  <a16:creationId xmlns:a16="http://schemas.microsoft.com/office/drawing/2014/main" id="{295C7590-8B80-428C-95A9-638B265425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599725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7" name="Freeform: Shape 166">
              <a:extLst>
                <a:ext uri="{FF2B5EF4-FFF2-40B4-BE49-F238E27FC236}">
                  <a16:creationId xmlns:a16="http://schemas.microsoft.com/office/drawing/2014/main" id="{CA0E8A31-7520-4726-9D96-43BA87407E0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59972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8" name="Freeform: Shape 167">
              <a:extLst>
                <a:ext uri="{FF2B5EF4-FFF2-40B4-BE49-F238E27FC236}">
                  <a16:creationId xmlns:a16="http://schemas.microsoft.com/office/drawing/2014/main" id="{9407EEE0-5D8E-4CCC-A91B-0CB523227C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3" y="365896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9" name="Freeform: Shape 168">
              <a:extLst>
                <a:ext uri="{FF2B5EF4-FFF2-40B4-BE49-F238E27FC236}">
                  <a16:creationId xmlns:a16="http://schemas.microsoft.com/office/drawing/2014/main" id="{3799DFCC-868B-4257-B530-8E8D616CC5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299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0" name="Freeform: Shape 169">
              <a:extLst>
                <a:ext uri="{FF2B5EF4-FFF2-40B4-BE49-F238E27FC236}">
                  <a16:creationId xmlns:a16="http://schemas.microsoft.com/office/drawing/2014/main" id="{F7F5EEB5-FE82-45A8-97C4-88460ABAFB3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49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1" name="Freeform: Shape 170">
              <a:extLst>
                <a:ext uri="{FF2B5EF4-FFF2-40B4-BE49-F238E27FC236}">
                  <a16:creationId xmlns:a16="http://schemas.microsoft.com/office/drawing/2014/main" id="{CD76E4C7-EB07-499D-9BC3-FF39C8B613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2" name="Freeform: Shape 171">
              <a:extLst>
                <a:ext uri="{FF2B5EF4-FFF2-40B4-BE49-F238E27FC236}">
                  <a16:creationId xmlns:a16="http://schemas.microsoft.com/office/drawing/2014/main" id="{86EFDF8D-E5F7-4EB8-B8DA-3CC7E21D88A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5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3" name="Freeform: Shape 172">
              <a:extLst>
                <a:ext uri="{FF2B5EF4-FFF2-40B4-BE49-F238E27FC236}">
                  <a16:creationId xmlns:a16="http://schemas.microsoft.com/office/drawing/2014/main" id="{2CA6506B-EACA-4FB2-81AB-E028F44786F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0" y="365896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4" name="Freeform: Shape 173">
              <a:extLst>
                <a:ext uri="{FF2B5EF4-FFF2-40B4-BE49-F238E27FC236}">
                  <a16:creationId xmlns:a16="http://schemas.microsoft.com/office/drawing/2014/main" id="{193E4771-2787-4901-93D8-7E90F3F479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65896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5" name="Freeform: Shape 174">
              <a:extLst>
                <a:ext uri="{FF2B5EF4-FFF2-40B4-BE49-F238E27FC236}">
                  <a16:creationId xmlns:a16="http://schemas.microsoft.com/office/drawing/2014/main" id="{0EA31773-15F1-4605-8787-6891ABB2118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5" y="3718118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6" name="Freeform: Shape 175">
              <a:extLst>
                <a:ext uri="{FF2B5EF4-FFF2-40B4-BE49-F238E27FC236}">
                  <a16:creationId xmlns:a16="http://schemas.microsoft.com/office/drawing/2014/main" id="{1302C213-2CD5-4168-9534-111E6E81A8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0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7" name="Freeform: Shape 176">
              <a:extLst>
                <a:ext uri="{FF2B5EF4-FFF2-40B4-BE49-F238E27FC236}">
                  <a16:creationId xmlns:a16="http://schemas.microsoft.com/office/drawing/2014/main" id="{B9B36C24-2336-41FD-BAC4-6CD69DFD551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0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8" name="Freeform: Shape 177">
              <a:extLst>
                <a:ext uri="{FF2B5EF4-FFF2-40B4-BE49-F238E27FC236}">
                  <a16:creationId xmlns:a16="http://schemas.microsoft.com/office/drawing/2014/main" id="{CA3AFAFE-D376-4A7B-928B-833531472DD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69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9" name="Freeform: Shape 178">
              <a:extLst>
                <a:ext uri="{FF2B5EF4-FFF2-40B4-BE49-F238E27FC236}">
                  <a16:creationId xmlns:a16="http://schemas.microsoft.com/office/drawing/2014/main" id="{7C685A00-A4F7-4250-BAAA-70978DADE4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46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0" name="Freeform: Shape 179">
              <a:extLst>
                <a:ext uri="{FF2B5EF4-FFF2-40B4-BE49-F238E27FC236}">
                  <a16:creationId xmlns:a16="http://schemas.microsoft.com/office/drawing/2014/main" id="{E52682F3-EDD5-4BDC-BB19-A4540873A83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091" y="371811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8 w 14097"/>
                <a:gd name="connsiteY1" fmla="*/ 14097 h 14096"/>
                <a:gd name="connsiteX2" fmla="*/ 0 w 14097"/>
                <a:gd name="connsiteY2" fmla="*/ 7048 h 14096"/>
                <a:gd name="connsiteX3" fmla="*/ 7048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1" name="Freeform: Shape 180">
              <a:extLst>
                <a:ext uri="{FF2B5EF4-FFF2-40B4-BE49-F238E27FC236}">
                  <a16:creationId xmlns:a16="http://schemas.microsoft.com/office/drawing/2014/main" id="{2C5E1880-CFBA-4547-9C23-6D2C433048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42" y="371811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2" name="Freeform: Shape 181">
              <a:extLst>
                <a:ext uri="{FF2B5EF4-FFF2-40B4-BE49-F238E27FC236}">
                  <a16:creationId xmlns:a16="http://schemas.microsoft.com/office/drawing/2014/main" id="{439AAF4F-2AAD-4A02-A7FA-FE28D52869A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34057" y="3777362"/>
              <a:ext cx="14192" cy="14096"/>
            </a:xfrm>
            <a:custGeom>
              <a:avLst/>
              <a:gdLst>
                <a:gd name="connsiteX0" fmla="*/ 14192 w 14192"/>
                <a:gd name="connsiteY0" fmla="*/ 7048 h 14096"/>
                <a:gd name="connsiteX1" fmla="*/ 7144 w 14192"/>
                <a:gd name="connsiteY1" fmla="*/ 14097 h 14096"/>
                <a:gd name="connsiteX2" fmla="*/ 0 w 14192"/>
                <a:gd name="connsiteY2" fmla="*/ 7048 h 14096"/>
                <a:gd name="connsiteX3" fmla="*/ 7049 w 14192"/>
                <a:gd name="connsiteY3" fmla="*/ 0 h 14096"/>
                <a:gd name="connsiteX4" fmla="*/ 14192 w 14192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192" h="14096">
                  <a:moveTo>
                    <a:pt x="14192" y="7048"/>
                  </a:moveTo>
                  <a:cubicBezTo>
                    <a:pt x="14192" y="10954"/>
                    <a:pt x="11049" y="14097"/>
                    <a:pt x="7144" y="14097"/>
                  </a:cubicBezTo>
                  <a:cubicBezTo>
                    <a:pt x="3239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192" y="3143"/>
                    <a:pt x="14192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3" name="Freeform: Shape 182">
              <a:extLst>
                <a:ext uri="{FF2B5EF4-FFF2-40B4-BE49-F238E27FC236}">
                  <a16:creationId xmlns:a16="http://schemas.microsoft.com/office/drawing/2014/main" id="{05614144-9309-41ED-8E05-839A6EEFF8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793301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4" name="Freeform: Shape 183">
              <a:extLst>
                <a:ext uri="{FF2B5EF4-FFF2-40B4-BE49-F238E27FC236}">
                  <a16:creationId xmlns:a16="http://schemas.microsoft.com/office/drawing/2014/main" id="{24324D6F-A81D-45F2-BA36-C53F1AB0C6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2453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5" name="Freeform: Shape 184">
              <a:extLst>
                <a:ext uri="{FF2B5EF4-FFF2-40B4-BE49-F238E27FC236}">
                  <a16:creationId xmlns:a16="http://schemas.microsoft.com/office/drawing/2014/main" id="{6B00668D-07BC-47CF-9D1E-F94EC7C56F4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11701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6" name="Freeform: Shape 185">
              <a:extLst>
                <a:ext uri="{FF2B5EF4-FFF2-40B4-BE49-F238E27FC236}">
                  <a16:creationId xmlns:a16="http://schemas.microsoft.com/office/drawing/2014/main" id="{BCF78A89-29F2-4973-8463-DF3C57EFB4F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0854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7" name="Freeform: Shape 186">
              <a:extLst>
                <a:ext uri="{FF2B5EF4-FFF2-40B4-BE49-F238E27FC236}">
                  <a16:creationId xmlns:a16="http://schemas.microsoft.com/office/drawing/2014/main" id="{F5BCB645-FB02-40FC-99A4-06CA3F1B287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30102" y="3777362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9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9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8" name="Freeform: Shape 187">
              <a:extLst>
                <a:ext uri="{FF2B5EF4-FFF2-40B4-BE49-F238E27FC236}">
                  <a16:creationId xmlns:a16="http://schemas.microsoft.com/office/drawing/2014/main" id="{F6115A3A-2FBE-4633-A426-37D05BC0712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89250" y="377736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89" name="Freeform: Shape 188">
              <a:extLst>
                <a:ext uri="{FF2B5EF4-FFF2-40B4-BE49-F238E27FC236}">
                  <a16:creationId xmlns:a16="http://schemas.microsoft.com/office/drawing/2014/main" id="{AEFD8D2F-B95A-4C0A-AE85-53171B29F5F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481330"/>
              <a:ext cx="14097" cy="14096"/>
            </a:xfrm>
            <a:custGeom>
              <a:avLst/>
              <a:gdLst>
                <a:gd name="connsiteX0" fmla="*/ 14097 w 14097"/>
                <a:gd name="connsiteY0" fmla="*/ 7049 h 14096"/>
                <a:gd name="connsiteX1" fmla="*/ 7049 w 14097"/>
                <a:gd name="connsiteY1" fmla="*/ 14097 h 14096"/>
                <a:gd name="connsiteX2" fmla="*/ 0 w 14097"/>
                <a:gd name="connsiteY2" fmla="*/ 7049 h 14096"/>
                <a:gd name="connsiteX3" fmla="*/ 7049 w 14097"/>
                <a:gd name="connsiteY3" fmla="*/ 0 h 14096"/>
                <a:gd name="connsiteX4" fmla="*/ 14097 w 14097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0" name="Freeform: Shape 189">
              <a:extLst>
                <a:ext uri="{FF2B5EF4-FFF2-40B4-BE49-F238E27FC236}">
                  <a16:creationId xmlns:a16="http://schemas.microsoft.com/office/drawing/2014/main" id="{4DD4F397-1F35-4E06-8EC1-8F58C51912A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1" name="Freeform: Shape 190">
              <a:extLst>
                <a:ext uri="{FF2B5EF4-FFF2-40B4-BE49-F238E27FC236}">
                  <a16:creationId xmlns:a16="http://schemas.microsoft.com/office/drawing/2014/main" id="{B031E5E0-C77D-49F7-ADF2-258D23052D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9 w 14096"/>
                <a:gd name="connsiteY1" fmla="*/ 14097 h 14096"/>
                <a:gd name="connsiteX2" fmla="*/ 0 w 14096"/>
                <a:gd name="connsiteY2" fmla="*/ 7049 h 14096"/>
                <a:gd name="connsiteX3" fmla="*/ 7049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2" name="Freeform: Shape 191">
              <a:extLst>
                <a:ext uri="{FF2B5EF4-FFF2-40B4-BE49-F238E27FC236}">
                  <a16:creationId xmlns:a16="http://schemas.microsoft.com/office/drawing/2014/main" id="{3F044DE9-FE64-4C30-8191-7E1547880C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3" name="Freeform: Shape 192">
              <a:extLst>
                <a:ext uri="{FF2B5EF4-FFF2-40B4-BE49-F238E27FC236}">
                  <a16:creationId xmlns:a16="http://schemas.microsoft.com/office/drawing/2014/main" id="{9B18BCEB-85ED-4077-ACB7-FEB2F64432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481330"/>
              <a:ext cx="14096" cy="14096"/>
            </a:xfrm>
            <a:custGeom>
              <a:avLst/>
              <a:gdLst>
                <a:gd name="connsiteX0" fmla="*/ 14097 w 14096"/>
                <a:gd name="connsiteY0" fmla="*/ 7049 h 14096"/>
                <a:gd name="connsiteX1" fmla="*/ 7048 w 14096"/>
                <a:gd name="connsiteY1" fmla="*/ 14097 h 14096"/>
                <a:gd name="connsiteX2" fmla="*/ 0 w 14096"/>
                <a:gd name="connsiteY2" fmla="*/ 7049 h 14096"/>
                <a:gd name="connsiteX3" fmla="*/ 7048 w 14096"/>
                <a:gd name="connsiteY3" fmla="*/ 0 h 14096"/>
                <a:gd name="connsiteX4" fmla="*/ 14097 w 14096"/>
                <a:gd name="connsiteY4" fmla="*/ 7049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9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9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4" name="Freeform: Shape 193">
              <a:extLst>
                <a:ext uri="{FF2B5EF4-FFF2-40B4-BE49-F238E27FC236}">
                  <a16:creationId xmlns:a16="http://schemas.microsoft.com/office/drawing/2014/main" id="{00C0927E-2CCF-4F8E-8A54-22B8A93C979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481329"/>
              <a:ext cx="14096" cy="14097"/>
            </a:xfrm>
            <a:custGeom>
              <a:avLst/>
              <a:gdLst>
                <a:gd name="connsiteX0" fmla="*/ 14097 w 14096"/>
                <a:gd name="connsiteY0" fmla="*/ 7049 h 14097"/>
                <a:gd name="connsiteX1" fmla="*/ 7048 w 14096"/>
                <a:gd name="connsiteY1" fmla="*/ 14097 h 14097"/>
                <a:gd name="connsiteX2" fmla="*/ 0 w 14096"/>
                <a:gd name="connsiteY2" fmla="*/ 7049 h 14097"/>
                <a:gd name="connsiteX3" fmla="*/ 7048 w 14096"/>
                <a:gd name="connsiteY3" fmla="*/ 0 h 14097"/>
                <a:gd name="connsiteX4" fmla="*/ 14097 w 14096"/>
                <a:gd name="connsiteY4" fmla="*/ 7049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9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9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5" name="Freeform: Shape 194">
              <a:extLst>
                <a:ext uri="{FF2B5EF4-FFF2-40B4-BE49-F238E27FC236}">
                  <a16:creationId xmlns:a16="http://schemas.microsoft.com/office/drawing/2014/main" id="{D0C3350E-04F5-4FED-9991-4DD964E099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40578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6" name="Freeform: Shape 195">
              <a:extLst>
                <a:ext uri="{FF2B5EF4-FFF2-40B4-BE49-F238E27FC236}">
                  <a16:creationId xmlns:a16="http://schemas.microsoft.com/office/drawing/2014/main" id="{F43D0338-A6C9-4866-8D0C-072664518ED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405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7" name="Freeform: Shape 196">
              <a:extLst>
                <a:ext uri="{FF2B5EF4-FFF2-40B4-BE49-F238E27FC236}">
                  <a16:creationId xmlns:a16="http://schemas.microsoft.com/office/drawing/2014/main" id="{40EA171B-27E2-4100-9D5F-123CF6E7F9E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8" name="Freeform: Shape 197">
              <a:extLst>
                <a:ext uri="{FF2B5EF4-FFF2-40B4-BE49-F238E27FC236}">
                  <a16:creationId xmlns:a16="http://schemas.microsoft.com/office/drawing/2014/main" id="{22FD540C-F3DF-40F5-B2BE-BBD113EF43C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4058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99" name="Freeform: Shape 198">
              <a:extLst>
                <a:ext uri="{FF2B5EF4-FFF2-40B4-BE49-F238E27FC236}">
                  <a16:creationId xmlns:a16="http://schemas.microsoft.com/office/drawing/2014/main" id="{57768D93-FAD4-4236-969B-B8EE8E88F3F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40586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0" name="Freeform: Shape 199">
              <a:extLst>
                <a:ext uri="{FF2B5EF4-FFF2-40B4-BE49-F238E27FC236}">
                  <a16:creationId xmlns:a16="http://schemas.microsoft.com/office/drawing/2014/main" id="{0F5E0490-21C2-4EF6-950D-38814F32C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40588"/>
              <a:ext cx="14096" cy="14097"/>
            </a:xfrm>
            <a:custGeom>
              <a:avLst/>
              <a:gdLst>
                <a:gd name="connsiteX0" fmla="*/ 14097 w 14096"/>
                <a:gd name="connsiteY0" fmla="*/ 7048 h 14097"/>
                <a:gd name="connsiteX1" fmla="*/ 7048 w 14096"/>
                <a:gd name="connsiteY1" fmla="*/ 14097 h 14097"/>
                <a:gd name="connsiteX2" fmla="*/ 0 w 14096"/>
                <a:gd name="connsiteY2" fmla="*/ 7048 h 14097"/>
                <a:gd name="connsiteX3" fmla="*/ 7048 w 14096"/>
                <a:gd name="connsiteY3" fmla="*/ 0 h 14097"/>
                <a:gd name="connsiteX4" fmla="*/ 14097 w 14096"/>
                <a:gd name="connsiteY4" fmla="*/ 7048 h 14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7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1" name="Freeform: Shape 200">
              <a:extLst>
                <a:ext uri="{FF2B5EF4-FFF2-40B4-BE49-F238E27FC236}">
                  <a16:creationId xmlns:a16="http://schemas.microsoft.com/office/drawing/2014/main" id="{8E981C9B-710F-4034-AE82-28B1B07245D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599737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2" name="Freeform: Shape 201">
              <a:extLst>
                <a:ext uri="{FF2B5EF4-FFF2-40B4-BE49-F238E27FC236}">
                  <a16:creationId xmlns:a16="http://schemas.microsoft.com/office/drawing/2014/main" id="{CC62C2CC-DBAE-4877-8F55-02FE00AE811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3" name="Freeform: Shape 202">
              <a:extLst>
                <a:ext uri="{FF2B5EF4-FFF2-40B4-BE49-F238E27FC236}">
                  <a16:creationId xmlns:a16="http://schemas.microsoft.com/office/drawing/2014/main" id="{D8F57D8B-1988-441F-9DAE-A525DA5E9D9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4" name="Freeform: Shape 203">
              <a:extLst>
                <a:ext uri="{FF2B5EF4-FFF2-40B4-BE49-F238E27FC236}">
                  <a16:creationId xmlns:a16="http://schemas.microsoft.com/office/drawing/2014/main" id="{6715F028-3A13-4D5F-86C4-74C0AD81D6A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5" name="Freeform: Shape 204">
              <a:extLst>
                <a:ext uri="{FF2B5EF4-FFF2-40B4-BE49-F238E27FC236}">
                  <a16:creationId xmlns:a16="http://schemas.microsoft.com/office/drawing/2014/main" id="{DC6C9B50-47B3-44E7-B897-43D010A189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599735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6" name="Freeform: Shape 205">
              <a:extLst>
                <a:ext uri="{FF2B5EF4-FFF2-40B4-BE49-F238E27FC236}">
                  <a16:creationId xmlns:a16="http://schemas.microsoft.com/office/drawing/2014/main" id="{F3F602F0-702E-4D5F-A4FC-0E602C02B98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37" y="3599737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7" name="Freeform: Shape 206">
              <a:extLst>
                <a:ext uri="{FF2B5EF4-FFF2-40B4-BE49-F238E27FC236}">
                  <a16:creationId xmlns:a16="http://schemas.microsoft.com/office/drawing/2014/main" id="{9F379870-B34C-4DFC-9F0A-BDAB8C89FE3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658981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8" name="Freeform: Shape 207">
              <a:extLst>
                <a:ext uri="{FF2B5EF4-FFF2-40B4-BE49-F238E27FC236}">
                  <a16:creationId xmlns:a16="http://schemas.microsoft.com/office/drawing/2014/main" id="{641092AC-FED1-4D1D-B57C-0AC883CA95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46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09" name="Freeform: Shape 208">
              <a:extLst>
                <a:ext uri="{FF2B5EF4-FFF2-40B4-BE49-F238E27FC236}">
                  <a16:creationId xmlns:a16="http://schemas.microsoft.com/office/drawing/2014/main" id="{EA8A0B5E-5BB1-46AF-AC31-7D3756F354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1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0" name="Freeform: Shape 209">
              <a:extLst>
                <a:ext uri="{FF2B5EF4-FFF2-40B4-BE49-F238E27FC236}">
                  <a16:creationId xmlns:a16="http://schemas.microsoft.com/office/drawing/2014/main" id="{1C519384-2192-432B-B768-64B4BC2DA98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2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1" name="Freeform: Shape 210">
              <a:extLst>
                <a:ext uri="{FF2B5EF4-FFF2-40B4-BE49-F238E27FC236}">
                  <a16:creationId xmlns:a16="http://schemas.microsoft.com/office/drawing/2014/main" id="{13C77A9D-44F0-4289-A611-D8AF8135707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88" y="3658981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2" name="Freeform: Shape 211">
              <a:extLst>
                <a:ext uri="{FF2B5EF4-FFF2-40B4-BE49-F238E27FC236}">
                  <a16:creationId xmlns:a16="http://schemas.microsoft.com/office/drawing/2014/main" id="{0A54AEDC-E418-4E02-A713-6CE30C0CDD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1" y="3658979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3" name="Freeform: Shape 212">
              <a:extLst>
                <a:ext uri="{FF2B5EF4-FFF2-40B4-BE49-F238E27FC236}">
                  <a16:creationId xmlns:a16="http://schemas.microsoft.com/office/drawing/2014/main" id="{24FECFE3-9F31-47B0-B17F-CF2A1CEE85A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9" y="3718130"/>
              <a:ext cx="14097" cy="14096"/>
            </a:xfrm>
            <a:custGeom>
              <a:avLst/>
              <a:gdLst>
                <a:gd name="connsiteX0" fmla="*/ 14097 w 14097"/>
                <a:gd name="connsiteY0" fmla="*/ 7048 h 14096"/>
                <a:gd name="connsiteX1" fmla="*/ 7049 w 14097"/>
                <a:gd name="connsiteY1" fmla="*/ 14097 h 14096"/>
                <a:gd name="connsiteX2" fmla="*/ 0 w 14097"/>
                <a:gd name="connsiteY2" fmla="*/ 7048 h 14096"/>
                <a:gd name="connsiteX3" fmla="*/ 7049 w 14097"/>
                <a:gd name="connsiteY3" fmla="*/ 0 h 14096"/>
                <a:gd name="connsiteX4" fmla="*/ 14097 w 14097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4" name="Freeform: Shape 213">
              <a:extLst>
                <a:ext uri="{FF2B5EF4-FFF2-40B4-BE49-F238E27FC236}">
                  <a16:creationId xmlns:a16="http://schemas.microsoft.com/office/drawing/2014/main" id="{68167DF4-8B16-419B-B7BA-2FD5FF6CC81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5" name="Freeform: Shape 214">
              <a:extLst>
                <a:ext uri="{FF2B5EF4-FFF2-40B4-BE49-F238E27FC236}">
                  <a16:creationId xmlns:a16="http://schemas.microsoft.com/office/drawing/2014/main" id="{A543D24F-44C0-4DDF-A30E-8C8407548F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9 w 14096"/>
                <a:gd name="connsiteY1" fmla="*/ 14097 h 14096"/>
                <a:gd name="connsiteX2" fmla="*/ 0 w 14096"/>
                <a:gd name="connsiteY2" fmla="*/ 7048 h 14096"/>
                <a:gd name="connsiteX3" fmla="*/ 7049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9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9" y="0"/>
                  </a:cubicBezTo>
                  <a:cubicBezTo>
                    <a:pt x="10859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6" name="Freeform: Shape 215">
              <a:extLst>
                <a:ext uri="{FF2B5EF4-FFF2-40B4-BE49-F238E27FC236}">
                  <a16:creationId xmlns:a16="http://schemas.microsoft.com/office/drawing/2014/main" id="{63DEAE3C-3931-41EE-B4A1-F9385602BE1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45" y="3718130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7" name="Freeform: Shape 216">
              <a:extLst>
                <a:ext uri="{FF2B5EF4-FFF2-40B4-BE49-F238E27FC236}">
                  <a16:creationId xmlns:a16="http://schemas.microsoft.com/office/drawing/2014/main" id="{B11945CD-32F6-4C09-82AF-5510512312A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292" y="3718128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858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8" name="Freeform: Shape 217">
              <a:extLst>
                <a:ext uri="{FF2B5EF4-FFF2-40B4-BE49-F238E27FC236}">
                  <a16:creationId xmlns:a16="http://schemas.microsoft.com/office/drawing/2014/main" id="{9109F44F-512F-4792-AED2-ECA80DDE16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40" y="3718133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54"/>
                    <a:pt x="10954" y="14097"/>
                    <a:pt x="7048" y="14097"/>
                  </a:cubicBezTo>
                  <a:cubicBezTo>
                    <a:pt x="3143" y="14097"/>
                    <a:pt x="0" y="10954"/>
                    <a:pt x="0" y="7048"/>
                  </a:cubicBezTo>
                  <a:cubicBezTo>
                    <a:pt x="0" y="3143"/>
                    <a:pt x="3143" y="0"/>
                    <a:pt x="7048" y="0"/>
                  </a:cubicBezTo>
                  <a:cubicBezTo>
                    <a:pt x="10954" y="0"/>
                    <a:pt x="14097" y="3143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19" name="Freeform: Shape 218">
              <a:extLst>
                <a:ext uri="{FF2B5EF4-FFF2-40B4-BE49-F238E27FC236}">
                  <a16:creationId xmlns:a16="http://schemas.microsoft.com/office/drawing/2014/main" id="{29B9E19B-BC56-46F2-BFFF-1688CEA55A6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48495" y="3777375"/>
              <a:ext cx="14097" cy="14099"/>
            </a:xfrm>
            <a:custGeom>
              <a:avLst/>
              <a:gdLst>
                <a:gd name="connsiteX0" fmla="*/ 14097 w 14097"/>
                <a:gd name="connsiteY0" fmla="*/ 7051 h 14099"/>
                <a:gd name="connsiteX1" fmla="*/ 7049 w 14097"/>
                <a:gd name="connsiteY1" fmla="*/ 14099 h 14099"/>
                <a:gd name="connsiteX2" fmla="*/ 0 w 14097"/>
                <a:gd name="connsiteY2" fmla="*/ 7051 h 14099"/>
                <a:gd name="connsiteX3" fmla="*/ 7049 w 14097"/>
                <a:gd name="connsiteY3" fmla="*/ 2 h 14099"/>
                <a:gd name="connsiteX4" fmla="*/ 14097 w 14097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7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0" name="Freeform: Shape 219">
              <a:extLst>
                <a:ext uri="{FF2B5EF4-FFF2-40B4-BE49-F238E27FC236}">
                  <a16:creationId xmlns:a16="http://schemas.microsoft.com/office/drawing/2014/main" id="{F573BDDE-4AED-43FB-B8D1-B5F3708931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07650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1" name="Freeform: Shape 220">
              <a:extLst>
                <a:ext uri="{FF2B5EF4-FFF2-40B4-BE49-F238E27FC236}">
                  <a16:creationId xmlns:a16="http://schemas.microsoft.com/office/drawing/2014/main" id="{EFFDA684-6DFF-4629-830E-6F2ACAB8C30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66896" y="3777375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9 w 14096"/>
                <a:gd name="connsiteY1" fmla="*/ 14099 h 14099"/>
                <a:gd name="connsiteX2" fmla="*/ 0 w 14096"/>
                <a:gd name="connsiteY2" fmla="*/ 7051 h 14099"/>
                <a:gd name="connsiteX3" fmla="*/ 7049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9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9" y="2"/>
                  </a:cubicBezTo>
                  <a:cubicBezTo>
                    <a:pt x="10859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2" name="Freeform: Shape 221">
              <a:extLst>
                <a:ext uri="{FF2B5EF4-FFF2-40B4-BE49-F238E27FC236}">
                  <a16:creationId xmlns:a16="http://schemas.microsoft.com/office/drawing/2014/main" id="{92E23250-6349-4726-AF61-08A57B3A2E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26055" y="3777354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954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3" name="Freeform: Shape 222">
              <a:extLst>
                <a:ext uri="{FF2B5EF4-FFF2-40B4-BE49-F238E27FC236}">
                  <a16:creationId xmlns:a16="http://schemas.microsoft.com/office/drawing/2014/main" id="{8536AAE6-5497-4B0A-9C9F-4EAA1BB322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385314" y="3777450"/>
              <a:ext cx="14096" cy="14099"/>
            </a:xfrm>
            <a:custGeom>
              <a:avLst/>
              <a:gdLst>
                <a:gd name="connsiteX0" fmla="*/ 14097 w 14096"/>
                <a:gd name="connsiteY0" fmla="*/ 7051 h 14099"/>
                <a:gd name="connsiteX1" fmla="*/ 7048 w 14096"/>
                <a:gd name="connsiteY1" fmla="*/ 14099 h 14099"/>
                <a:gd name="connsiteX2" fmla="*/ 0 w 14096"/>
                <a:gd name="connsiteY2" fmla="*/ 7051 h 14099"/>
                <a:gd name="connsiteX3" fmla="*/ 7048 w 14096"/>
                <a:gd name="connsiteY3" fmla="*/ 2 h 14099"/>
                <a:gd name="connsiteX4" fmla="*/ 14097 w 14096"/>
                <a:gd name="connsiteY4" fmla="*/ 7051 h 140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9">
                  <a:moveTo>
                    <a:pt x="14097" y="7051"/>
                  </a:moveTo>
                  <a:cubicBezTo>
                    <a:pt x="14097" y="10956"/>
                    <a:pt x="10954" y="14099"/>
                    <a:pt x="7048" y="14099"/>
                  </a:cubicBezTo>
                  <a:cubicBezTo>
                    <a:pt x="3143" y="14099"/>
                    <a:pt x="0" y="10956"/>
                    <a:pt x="0" y="7051"/>
                  </a:cubicBezTo>
                  <a:cubicBezTo>
                    <a:pt x="0" y="3145"/>
                    <a:pt x="3143" y="2"/>
                    <a:pt x="7048" y="2"/>
                  </a:cubicBezTo>
                  <a:cubicBezTo>
                    <a:pt x="10858" y="-93"/>
                    <a:pt x="14097" y="3145"/>
                    <a:pt x="14097" y="705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24" name="Freeform: Shape 223">
              <a:extLst>
                <a:ext uri="{FF2B5EF4-FFF2-40B4-BE49-F238E27FC236}">
                  <a16:creationId xmlns:a16="http://schemas.microsoft.com/office/drawing/2014/main" id="{52B72898-B9DE-4574-BB20-0C317954D4C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444424" y="3777424"/>
              <a:ext cx="14096" cy="14096"/>
            </a:xfrm>
            <a:custGeom>
              <a:avLst/>
              <a:gdLst>
                <a:gd name="connsiteX0" fmla="*/ 14097 w 14096"/>
                <a:gd name="connsiteY0" fmla="*/ 7048 h 14096"/>
                <a:gd name="connsiteX1" fmla="*/ 7048 w 14096"/>
                <a:gd name="connsiteY1" fmla="*/ 14097 h 14096"/>
                <a:gd name="connsiteX2" fmla="*/ 0 w 14096"/>
                <a:gd name="connsiteY2" fmla="*/ 7048 h 14096"/>
                <a:gd name="connsiteX3" fmla="*/ 7048 w 14096"/>
                <a:gd name="connsiteY3" fmla="*/ 0 h 14096"/>
                <a:gd name="connsiteX4" fmla="*/ 14097 w 14096"/>
                <a:gd name="connsiteY4" fmla="*/ 7048 h 140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4096" h="14096">
                  <a:moveTo>
                    <a:pt x="14097" y="7048"/>
                  </a:moveTo>
                  <a:cubicBezTo>
                    <a:pt x="14097" y="10941"/>
                    <a:pt x="10941" y="14097"/>
                    <a:pt x="7048" y="14097"/>
                  </a:cubicBezTo>
                  <a:cubicBezTo>
                    <a:pt x="3156" y="14097"/>
                    <a:pt x="0" y="10941"/>
                    <a:pt x="0" y="7048"/>
                  </a:cubicBezTo>
                  <a:cubicBezTo>
                    <a:pt x="0" y="3156"/>
                    <a:pt x="3156" y="0"/>
                    <a:pt x="7048" y="0"/>
                  </a:cubicBezTo>
                  <a:cubicBezTo>
                    <a:pt x="10941" y="0"/>
                    <a:pt x="14097" y="3156"/>
                    <a:pt x="14097" y="704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25</Slides>
  <Notes>11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6" baseType="lpstr">
      <vt:lpstr>Office Theme</vt:lpstr>
      <vt:lpstr>Duck march</vt:lpstr>
      <vt:lpstr>Motivation &amp; Background</vt:lpstr>
      <vt:lpstr>Problem Statement</vt:lpstr>
      <vt:lpstr>User Need Analysis</vt:lpstr>
      <vt:lpstr>Proposed Solution Overview</vt:lpstr>
      <vt:lpstr>Concept Generation</vt:lpstr>
      <vt:lpstr>Concept Generation</vt:lpstr>
      <vt:lpstr>Concept Generation</vt:lpstr>
      <vt:lpstr>PowerPoint Presentation</vt:lpstr>
      <vt:lpstr>Functional Decomposition</vt:lpstr>
      <vt:lpstr>Functional Decomposition</vt:lpstr>
      <vt:lpstr>Functional Decomposition</vt:lpstr>
      <vt:lpstr>Robotics Relevance</vt:lpstr>
      <vt:lpstr>System Architecture</vt:lpstr>
      <vt:lpstr>Sensors &amp; Actuators</vt:lpstr>
      <vt:lpstr>Feasibility &amp; Risks</vt:lpstr>
      <vt:lpstr>Proof of Concept Plan</vt:lpstr>
      <vt:lpstr>Innovation &amp; Sustainability</vt:lpstr>
      <vt:lpstr>System Architecture</vt:lpstr>
      <vt:lpstr>System Architecture</vt:lpstr>
      <vt:lpstr>Phase-2 Roadmap</vt:lpstr>
      <vt:lpstr>Expected Outcomes</vt:lpstr>
      <vt:lpstr>Conclusion</vt:lpstr>
      <vt:lpstr>References</vt:lpstr>
      <vt:lpstr>Q &amp; 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 Slide</dc:title>
  <dc:subject/>
  <dc:creator/>
  <cp:keywords/>
  <dc:description>generated using python-pptx</dc:description>
  <cp:revision>2</cp:revision>
  <dcterms:created xsi:type="dcterms:W3CDTF">2013-01-27T09:14:16Z</dcterms:created>
  <dcterms:modified xsi:type="dcterms:W3CDTF">2026-04-10T08:46:31Z</dcterms:modified>
  <cp:category/>
</cp:coreProperties>
</file>